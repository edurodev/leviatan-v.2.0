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imo" charset="1" panose="020B0604020202020204"/>
      <p:regular r:id="rId32"/>
    </p:embeddedFont>
    <p:embeddedFont>
      <p:font typeface="Arimo Bold" charset="1" panose="020B0704020202020204"/>
      <p:regular r:id="rId33"/>
    </p:embeddedFont>
    <p:embeddedFont>
      <p:font typeface="Evolventa Bold" charset="1" panose="020B0702020202020204"/>
      <p:regular r:id="rId37"/>
    </p:embeddedFont>
    <p:embeddedFont>
      <p:font typeface="TT Rounds Condensed Bold" charset="1" panose="02000806030000020003"/>
      <p:regular r:id="rId39"/>
    </p:embeddedFont>
    <p:embeddedFont>
      <p:font typeface="TT Rounds Condensed" charset="1" panose="02000506030000020003"/>
      <p:regular r:id="rId40"/>
    </p:embeddedFont>
    <p:embeddedFont>
      <p:font typeface="Arial MT Pro" charset="1" panose="020B0502020202020204"/>
      <p:regular r:id="rId42"/>
    </p:embeddedFont>
    <p:embeddedFont>
      <p:font typeface="Arial MT Pro Bold" charset="1" panose="020B0802020202020204"/>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3.xml" Type="http://schemas.openxmlformats.org/officeDocument/2006/relationships/notesSlide"/><Relationship Id="rId42" Target="fonts/font42.fntdata" Type="http://schemas.openxmlformats.org/officeDocument/2006/relationships/font"/><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fonts/font47.fntdata" Type="http://schemas.openxmlformats.org/officeDocument/2006/relationships/font"/><Relationship Id="rId48" Target="notesSlides/notesSlide8.xml" Type="http://schemas.openxmlformats.org/officeDocument/2006/relationships/notesSlide"/><Relationship Id="rId49" Target="notesSlides/notesSlide9.xml" Type="http://schemas.openxmlformats.org/officeDocument/2006/relationships/notesSlide"/><Relationship Id="rId5" Target="tableStyles.xml" Type="http://schemas.openxmlformats.org/officeDocument/2006/relationships/tableStyles"/><Relationship Id="rId50" Target="notesSlides/notesSlide10.xml" Type="http://schemas.openxmlformats.org/officeDocument/2006/relationships/notesSlide"/><Relationship Id="rId51" Target="notesSlides/notesSlide11.xml" Type="http://schemas.openxmlformats.org/officeDocument/2006/relationships/notesSlide"/><Relationship Id="rId52" Target="notesSlides/notesSlide12.xml" Type="http://schemas.openxmlformats.org/officeDocument/2006/relationships/notesSlide"/><Relationship Id="rId53" Target="notesSlides/notesSlide13.xml" Type="http://schemas.openxmlformats.org/officeDocument/2006/relationships/notesSlide"/><Relationship Id="rId54" Target="notesSlides/notesSlide14.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png" Type="http://schemas.openxmlformats.org/officeDocument/2006/relationships/image"/><Relationship Id="rId4"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png" Type="http://schemas.openxmlformats.org/officeDocument/2006/relationships/image"/><Relationship Id="rId4" Target="../media/image2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png" Type="http://schemas.openxmlformats.org/officeDocument/2006/relationships/image"/><Relationship Id="rId4" Target="../media/image25.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7063740" y="1776890"/>
            <a:ext cx="9630591" cy="3442335"/>
          </a:xfrm>
          <a:prstGeom prst="rect">
            <a:avLst/>
          </a:prstGeom>
        </p:spPr>
        <p:txBody>
          <a:bodyPr anchor="t" rtlCol="false" tIns="0" lIns="0" bIns="0" rIns="0">
            <a:spAutoFit/>
          </a:bodyPr>
          <a:lstStyle/>
          <a:p>
            <a:pPr algn="r">
              <a:lnSpc>
                <a:spcPts val="6480"/>
              </a:lnSpc>
            </a:pPr>
            <a:r>
              <a:rPr lang="en-US" sz="6000">
                <a:solidFill>
                  <a:srgbClr val="FFFFFF"/>
                </a:solidFill>
                <a:latin typeface="Arimo"/>
                <a:ea typeface="Arimo"/>
                <a:cs typeface="Arimo"/>
                <a:sym typeface="Arimo"/>
              </a:rPr>
              <a:t>Proyecto:</a:t>
            </a:r>
          </a:p>
          <a:p>
            <a:pPr algn="r">
              <a:lnSpc>
                <a:spcPts val="5184"/>
              </a:lnSpc>
            </a:pPr>
            <a:r>
              <a:rPr lang="en-US" sz="4800">
                <a:solidFill>
                  <a:srgbClr val="FFFF00"/>
                </a:solidFill>
                <a:latin typeface="Arimo"/>
                <a:ea typeface="Arimo"/>
                <a:cs typeface="Arimo"/>
                <a:sym typeface="Arimo"/>
              </a:rPr>
              <a:t>Flora del departamento de Bolívar</a:t>
            </a:r>
          </a:p>
        </p:txBody>
      </p:sp>
      <p:sp>
        <p:nvSpPr>
          <p:cNvPr name="TextBox 4" id="4"/>
          <p:cNvSpPr txBox="true"/>
          <p:nvPr/>
        </p:nvSpPr>
        <p:spPr>
          <a:xfrm rot="0">
            <a:off x="8201109" y="5574650"/>
            <a:ext cx="8346267" cy="2373153"/>
          </a:xfrm>
          <a:prstGeom prst="rect">
            <a:avLst/>
          </a:prstGeom>
        </p:spPr>
        <p:txBody>
          <a:bodyPr anchor="t" rtlCol="false" tIns="0" lIns="0" bIns="0" rIns="0">
            <a:spAutoFit/>
          </a:bodyPr>
          <a:lstStyle/>
          <a:p>
            <a:pPr algn="r">
              <a:lnSpc>
                <a:spcPts val="3240"/>
              </a:lnSpc>
            </a:pPr>
            <a:r>
              <a:rPr lang="en-US" sz="3000">
                <a:solidFill>
                  <a:srgbClr val="FFFFFF"/>
                </a:solidFill>
                <a:latin typeface="Arimo"/>
                <a:ea typeface="Arimo"/>
                <a:cs typeface="Arimo"/>
                <a:sym typeface="Arimo"/>
              </a:rPr>
              <a:t>Programación</a:t>
            </a:r>
          </a:p>
          <a:p>
            <a:pPr algn="r">
              <a:lnSpc>
                <a:spcPts val="3240"/>
              </a:lnSpc>
            </a:pPr>
            <a:r>
              <a:rPr lang="en-US" sz="3000">
                <a:solidFill>
                  <a:srgbClr val="FFFFFF"/>
                </a:solidFill>
                <a:latin typeface="Arimo"/>
                <a:ea typeface="Arimo"/>
                <a:cs typeface="Arimo"/>
                <a:sym typeface="Arimo"/>
              </a:rPr>
              <a:t>Nivel Básico</a:t>
            </a:r>
          </a:p>
          <a:p>
            <a:pPr algn="r">
              <a:lnSpc>
                <a:spcPts val="3240"/>
              </a:lnSpc>
            </a:pPr>
          </a:p>
          <a:p>
            <a:pPr algn="r">
              <a:lnSpc>
                <a:spcPts val="3240"/>
              </a:lnSpc>
            </a:pPr>
            <a:r>
              <a:rPr lang="en-US" sz="3000">
                <a:solidFill>
                  <a:srgbClr val="FFFFFF"/>
                </a:solidFill>
                <a:latin typeface="Arimo"/>
                <a:ea typeface="Arimo"/>
                <a:cs typeface="Arimo"/>
                <a:sym typeface="Arimo"/>
              </a:rPr>
              <a:t>PROGRAMACIÓN – BAS – V51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5757900" y="6175848"/>
            <a:ext cx="6347658" cy="1737628"/>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Integrantes</a:t>
            </a:r>
          </a:p>
          <a:p>
            <a:pPr algn="ctr">
              <a:lnSpc>
                <a:spcPts val="6480"/>
              </a:lnSpc>
            </a:pPr>
            <a:r>
              <a:rPr lang="en-US" sz="5400" b="true">
                <a:solidFill>
                  <a:srgbClr val="50164A"/>
                </a:solidFill>
                <a:latin typeface="Arimo Bold"/>
                <a:ea typeface="Arimo Bold"/>
                <a:cs typeface="Arimo Bold"/>
                <a:sym typeface="Arimo Bold"/>
              </a:rPr>
              <a:t>Equipo del proyecto</a:t>
            </a:r>
          </a:p>
        </p:txBody>
      </p:sp>
      <p:sp>
        <p:nvSpPr>
          <p:cNvPr name="Freeform 4" id="4" descr="Análisis Del Equipo De Personas De Negocios Datos E Investigación Sobre El  Concepto De Monitoreo Del Panel De Control Del Informe De Monitoreo Web Y  El Gráfico De Inversión Financiera Informan Los"/>
          <p:cNvSpPr/>
          <p:nvPr/>
        </p:nvSpPr>
        <p:spPr>
          <a:xfrm flipH="false" flipV="false" rot="0">
            <a:off x="6967198" y="3166722"/>
            <a:ext cx="3929063" cy="2614612"/>
          </a:xfrm>
          <a:custGeom>
            <a:avLst/>
            <a:gdLst/>
            <a:ahLst/>
            <a:cxnLst/>
            <a:rect r="r" b="b" t="t" l="l"/>
            <a:pathLst>
              <a:path h="2614612" w="3929063">
                <a:moveTo>
                  <a:pt x="0" y="0"/>
                </a:moveTo>
                <a:lnTo>
                  <a:pt x="3929063" y="0"/>
                </a:lnTo>
                <a:lnTo>
                  <a:pt x="3929063" y="2614612"/>
                </a:lnTo>
                <a:lnTo>
                  <a:pt x="0" y="2614612"/>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6379233" y="2603477"/>
            <a:ext cx="4028598" cy="387040"/>
          </a:xfrm>
          <a:prstGeom prst="rect">
            <a:avLst/>
          </a:prstGeom>
        </p:spPr>
        <p:txBody>
          <a:bodyPr anchor="t" rtlCol="false" tIns="0" lIns="0" bIns="0" rIns="0">
            <a:spAutoFit/>
          </a:bodyPr>
          <a:lstStyle/>
          <a:p>
            <a:pPr algn="l">
              <a:lnSpc>
                <a:spcPts val="2520"/>
              </a:lnSpc>
            </a:pPr>
            <a:r>
              <a:rPr lang="en-US" b="true" sz="2100" spc="-10">
                <a:solidFill>
                  <a:srgbClr val="323E4F"/>
                </a:solidFill>
                <a:latin typeface="Evolventa Bold"/>
                <a:ea typeface="Evolventa Bold"/>
                <a:cs typeface="Evolventa Bold"/>
                <a:sym typeface="Evolventa Bold"/>
              </a:rPr>
              <a:t>Laura Rodríguez</a:t>
            </a:r>
          </a:p>
        </p:txBody>
      </p:sp>
      <p:sp>
        <p:nvSpPr>
          <p:cNvPr name="Freeform 4" id="4"/>
          <p:cNvSpPr/>
          <p:nvPr/>
        </p:nvSpPr>
        <p:spPr>
          <a:xfrm flipH="false" flipV="false" rot="0">
            <a:off x="5041340" y="3585279"/>
            <a:ext cx="514635" cy="571240"/>
          </a:xfrm>
          <a:custGeom>
            <a:avLst/>
            <a:gdLst/>
            <a:ahLst/>
            <a:cxnLst/>
            <a:rect r="r" b="b" t="t" l="l"/>
            <a:pathLst>
              <a:path h="571240" w="514635">
                <a:moveTo>
                  <a:pt x="0" y="0"/>
                </a:moveTo>
                <a:lnTo>
                  <a:pt x="514634" y="0"/>
                </a:lnTo>
                <a:lnTo>
                  <a:pt x="514634" y="571240"/>
                </a:lnTo>
                <a:lnTo>
                  <a:pt x="0" y="571240"/>
                </a:lnTo>
                <a:lnTo>
                  <a:pt x="0" y="0"/>
                </a:lnTo>
                <a:close/>
              </a:path>
            </a:pathLst>
          </a:custGeom>
          <a:blipFill>
            <a:blip r:embed="rId4"/>
            <a:stretch>
              <a:fillRect l="0" t="-225" r="0" b="-225"/>
            </a:stretch>
          </a:blipFill>
        </p:spPr>
      </p:sp>
      <p:sp>
        <p:nvSpPr>
          <p:cNvPr name="Freeform 5" id="5"/>
          <p:cNvSpPr/>
          <p:nvPr/>
        </p:nvSpPr>
        <p:spPr>
          <a:xfrm flipH="false" flipV="false" rot="0">
            <a:off x="5041340" y="4783653"/>
            <a:ext cx="425321" cy="571241"/>
          </a:xfrm>
          <a:custGeom>
            <a:avLst/>
            <a:gdLst/>
            <a:ahLst/>
            <a:cxnLst/>
            <a:rect r="r" b="b" t="t" l="l"/>
            <a:pathLst>
              <a:path h="571241" w="425321">
                <a:moveTo>
                  <a:pt x="0" y="0"/>
                </a:moveTo>
                <a:lnTo>
                  <a:pt x="425320" y="0"/>
                </a:lnTo>
                <a:lnTo>
                  <a:pt x="425320" y="571241"/>
                </a:lnTo>
                <a:lnTo>
                  <a:pt x="0" y="571241"/>
                </a:lnTo>
                <a:lnTo>
                  <a:pt x="0" y="0"/>
                </a:lnTo>
                <a:close/>
              </a:path>
            </a:pathLst>
          </a:custGeom>
          <a:blipFill>
            <a:blip r:embed="rId5"/>
            <a:stretch>
              <a:fillRect l="0" t="-1492" r="0" b="-1492"/>
            </a:stretch>
          </a:blipFill>
        </p:spPr>
      </p:sp>
      <p:grpSp>
        <p:nvGrpSpPr>
          <p:cNvPr name="Group 6" id="6"/>
          <p:cNvGrpSpPr/>
          <p:nvPr/>
        </p:nvGrpSpPr>
        <p:grpSpPr>
          <a:xfrm rot="0">
            <a:off x="3204902" y="2182399"/>
            <a:ext cx="10818688" cy="7538735"/>
            <a:chOff x="0" y="0"/>
            <a:chExt cx="14424917" cy="10051647"/>
          </a:xfrm>
        </p:grpSpPr>
        <p:sp>
          <p:nvSpPr>
            <p:cNvPr name="Freeform 7" id="7"/>
            <p:cNvSpPr/>
            <p:nvPr/>
          </p:nvSpPr>
          <p:spPr>
            <a:xfrm flipH="false" flipV="false" rot="0">
              <a:off x="-2156841" y="0"/>
              <a:ext cx="16246348" cy="10124059"/>
            </a:xfrm>
            <a:custGeom>
              <a:avLst/>
              <a:gdLst/>
              <a:ahLst/>
              <a:cxnLst/>
              <a:rect r="r" b="b" t="t" l="l"/>
              <a:pathLst>
                <a:path h="10124059" w="16246348">
                  <a:moveTo>
                    <a:pt x="2159889" y="1575816"/>
                  </a:moveTo>
                  <a:cubicBezTo>
                    <a:pt x="2160905" y="1558671"/>
                    <a:pt x="2162175" y="1541653"/>
                    <a:pt x="2163699" y="1524762"/>
                  </a:cubicBezTo>
                  <a:lnTo>
                    <a:pt x="2188972" y="1527048"/>
                  </a:lnTo>
                  <a:cubicBezTo>
                    <a:pt x="2187448" y="1543685"/>
                    <a:pt x="2186178" y="1560449"/>
                    <a:pt x="2185162" y="1577340"/>
                  </a:cubicBezTo>
                  <a:close/>
                  <a:moveTo>
                    <a:pt x="2194433" y="1475359"/>
                  </a:moveTo>
                  <a:cubicBezTo>
                    <a:pt x="2196465" y="1458468"/>
                    <a:pt x="2198878" y="1441577"/>
                    <a:pt x="2201418" y="1424686"/>
                  </a:cubicBezTo>
                  <a:lnTo>
                    <a:pt x="2226564" y="1428496"/>
                  </a:lnTo>
                  <a:cubicBezTo>
                    <a:pt x="2224024" y="1445006"/>
                    <a:pt x="2221738" y="1461643"/>
                    <a:pt x="2219706" y="1478407"/>
                  </a:cubicBezTo>
                  <a:close/>
                  <a:moveTo>
                    <a:pt x="2235200" y="1377188"/>
                  </a:moveTo>
                  <a:cubicBezTo>
                    <a:pt x="2238248" y="1360424"/>
                    <a:pt x="2241677" y="1343660"/>
                    <a:pt x="2245233" y="1327023"/>
                  </a:cubicBezTo>
                  <a:lnTo>
                    <a:pt x="2269998" y="1332357"/>
                  </a:lnTo>
                  <a:cubicBezTo>
                    <a:pt x="2266442" y="1348740"/>
                    <a:pt x="2263140" y="1365250"/>
                    <a:pt x="2260092" y="1381760"/>
                  </a:cubicBezTo>
                  <a:close/>
                  <a:moveTo>
                    <a:pt x="2281809" y="1281811"/>
                  </a:moveTo>
                  <a:cubicBezTo>
                    <a:pt x="2286000" y="1265174"/>
                    <a:pt x="2290318" y="1248664"/>
                    <a:pt x="2295017" y="1232281"/>
                  </a:cubicBezTo>
                  <a:lnTo>
                    <a:pt x="2319401" y="1239139"/>
                  </a:lnTo>
                  <a:cubicBezTo>
                    <a:pt x="2314829" y="1255268"/>
                    <a:pt x="2310511" y="1271524"/>
                    <a:pt x="2306447" y="1287907"/>
                  </a:cubicBezTo>
                  <a:close/>
                  <a:moveTo>
                    <a:pt x="2334260" y="1189355"/>
                  </a:moveTo>
                  <a:cubicBezTo>
                    <a:pt x="2339467" y="1173099"/>
                    <a:pt x="2344801" y="1156843"/>
                    <a:pt x="2350389" y="1140714"/>
                  </a:cubicBezTo>
                  <a:lnTo>
                    <a:pt x="2374392" y="1149096"/>
                  </a:lnTo>
                  <a:cubicBezTo>
                    <a:pt x="2268728" y="1149858"/>
                    <a:pt x="2263521" y="1165860"/>
                    <a:pt x="2258441" y="1181862"/>
                  </a:cubicBezTo>
                  <a:close/>
                  <a:moveTo>
                    <a:pt x="2292223" y="1085215"/>
                  </a:moveTo>
                  <a:cubicBezTo>
                    <a:pt x="2298319" y="1069340"/>
                    <a:pt x="2304796" y="1053465"/>
                    <a:pt x="2311400" y="1037717"/>
                  </a:cubicBezTo>
                  <a:lnTo>
                    <a:pt x="2334768" y="1047623"/>
                  </a:lnTo>
                  <a:cubicBezTo>
                    <a:pt x="2328291" y="1063117"/>
                    <a:pt x="2321941" y="1078611"/>
                    <a:pt x="2315972" y="1094359"/>
                  </a:cubicBezTo>
                  <a:close/>
                  <a:moveTo>
                    <a:pt x="2355723" y="999998"/>
                  </a:moveTo>
                  <a:cubicBezTo>
                    <a:pt x="2362835" y="984504"/>
                    <a:pt x="2370201" y="969010"/>
                    <a:pt x="2377694" y="953770"/>
                  </a:cubicBezTo>
                  <a:lnTo>
                    <a:pt x="2400427" y="965073"/>
                  </a:lnTo>
                  <a:cubicBezTo>
                    <a:pt x="2392934" y="980059"/>
                    <a:pt x="2385695" y="995299"/>
                    <a:pt x="2378710" y="1010539"/>
                  </a:cubicBezTo>
                  <a:close/>
                  <a:moveTo>
                    <a:pt x="2424176" y="918845"/>
                  </a:moveTo>
                  <a:cubicBezTo>
                    <a:pt x="2432177" y="903732"/>
                    <a:pt x="2440559" y="888873"/>
                    <a:pt x="2448941" y="874014"/>
                  </a:cubicBezTo>
                  <a:lnTo>
                    <a:pt x="2470912" y="886714"/>
                  </a:lnTo>
                  <a:cubicBezTo>
                    <a:pt x="2462530" y="901319"/>
                    <a:pt x="2454402" y="916051"/>
                    <a:pt x="2446528" y="930910"/>
                  </a:cubicBezTo>
                  <a:close/>
                  <a:moveTo>
                    <a:pt x="2497582" y="842137"/>
                  </a:moveTo>
                  <a:cubicBezTo>
                    <a:pt x="2506472" y="827659"/>
                    <a:pt x="2515616" y="813181"/>
                    <a:pt x="2525014" y="798957"/>
                  </a:cubicBezTo>
                  <a:lnTo>
                    <a:pt x="2546223" y="812927"/>
                  </a:lnTo>
                  <a:cubicBezTo>
                    <a:pt x="2536952" y="826897"/>
                    <a:pt x="2527935" y="841121"/>
                    <a:pt x="2519172" y="855472"/>
                  </a:cubicBezTo>
                  <a:close/>
                  <a:moveTo>
                    <a:pt x="2575433" y="770001"/>
                  </a:moveTo>
                  <a:cubicBezTo>
                    <a:pt x="2585212" y="756031"/>
                    <a:pt x="2595245" y="742188"/>
                    <a:pt x="2605532" y="728599"/>
                  </a:cubicBezTo>
                  <a:lnTo>
                    <a:pt x="2625852" y="743839"/>
                  </a:lnTo>
                  <a:cubicBezTo>
                    <a:pt x="2615819" y="757301"/>
                    <a:pt x="2605913" y="770890"/>
                    <a:pt x="2596261" y="784606"/>
                  </a:cubicBezTo>
                  <a:close/>
                  <a:moveTo>
                    <a:pt x="2657602" y="702691"/>
                  </a:moveTo>
                  <a:cubicBezTo>
                    <a:pt x="2668270" y="689356"/>
                    <a:pt x="2679065" y="676148"/>
                    <a:pt x="2690114" y="663194"/>
                  </a:cubicBezTo>
                  <a:lnTo>
                    <a:pt x="2709418" y="679577"/>
                  </a:lnTo>
                  <a:cubicBezTo>
                    <a:pt x="2698496" y="692404"/>
                    <a:pt x="2687828" y="705358"/>
                    <a:pt x="2677414" y="718439"/>
                  </a:cubicBezTo>
                  <a:close/>
                  <a:moveTo>
                    <a:pt x="2743581" y="640461"/>
                  </a:moveTo>
                  <a:cubicBezTo>
                    <a:pt x="2755011" y="627761"/>
                    <a:pt x="2766568" y="615315"/>
                    <a:pt x="2778379" y="602996"/>
                  </a:cubicBezTo>
                  <a:lnTo>
                    <a:pt x="2796667" y="620522"/>
                  </a:lnTo>
                  <a:cubicBezTo>
                    <a:pt x="2784983" y="632714"/>
                    <a:pt x="2773553" y="644906"/>
                    <a:pt x="2762377" y="657479"/>
                  </a:cubicBezTo>
                  <a:close/>
                  <a:moveTo>
                    <a:pt x="2833243" y="583565"/>
                  </a:moveTo>
                  <a:cubicBezTo>
                    <a:pt x="2845435" y="571627"/>
                    <a:pt x="2857754" y="559816"/>
                    <a:pt x="2870327" y="548259"/>
                  </a:cubicBezTo>
                  <a:lnTo>
                    <a:pt x="2887599" y="566928"/>
                  </a:lnTo>
                  <a:cubicBezTo>
                    <a:pt x="2875280" y="578358"/>
                    <a:pt x="2863088" y="589915"/>
                    <a:pt x="2851150" y="601726"/>
                  </a:cubicBezTo>
                  <a:close/>
                  <a:moveTo>
                    <a:pt x="2926334" y="532257"/>
                  </a:moveTo>
                  <a:cubicBezTo>
                    <a:pt x="2939161" y="521081"/>
                    <a:pt x="2952242" y="510032"/>
                    <a:pt x="2965450" y="499237"/>
                  </a:cubicBezTo>
                  <a:lnTo>
                    <a:pt x="2981579" y="518922"/>
                  </a:lnTo>
                  <a:cubicBezTo>
                    <a:pt x="2968625" y="529590"/>
                    <a:pt x="2955671" y="540385"/>
                    <a:pt x="2942971" y="551434"/>
                  </a:cubicBezTo>
                  <a:close/>
                  <a:moveTo>
                    <a:pt x="3022219" y="486664"/>
                  </a:moveTo>
                  <a:cubicBezTo>
                    <a:pt x="3035681" y="476250"/>
                    <a:pt x="3049397" y="466090"/>
                    <a:pt x="3063240" y="456057"/>
                  </a:cubicBezTo>
                  <a:lnTo>
                    <a:pt x="3078099" y="476631"/>
                  </a:lnTo>
                  <a:cubicBezTo>
                    <a:pt x="3064510" y="486410"/>
                    <a:pt x="3051048" y="496570"/>
                    <a:pt x="3037713" y="506730"/>
                  </a:cubicBezTo>
                  <a:close/>
                  <a:moveTo>
                    <a:pt x="3120771" y="446786"/>
                  </a:moveTo>
                  <a:cubicBezTo>
                    <a:pt x="3134868" y="437261"/>
                    <a:pt x="3149092" y="427863"/>
                    <a:pt x="3163570" y="418846"/>
                  </a:cubicBezTo>
                  <a:lnTo>
                    <a:pt x="3177159" y="440309"/>
                  </a:lnTo>
                  <a:cubicBezTo>
                    <a:pt x="3162935" y="449326"/>
                    <a:pt x="3148965" y="458470"/>
                    <a:pt x="3134995" y="467868"/>
                  </a:cubicBezTo>
                  <a:close/>
                  <a:moveTo>
                    <a:pt x="3221355" y="413131"/>
                  </a:moveTo>
                  <a:cubicBezTo>
                    <a:pt x="3236087" y="404495"/>
                    <a:pt x="3250819" y="395986"/>
                    <a:pt x="3265805" y="387731"/>
                  </a:cubicBezTo>
                  <a:lnTo>
                    <a:pt x="3278124" y="409956"/>
                  </a:lnTo>
                  <a:cubicBezTo>
                    <a:pt x="3263392" y="418084"/>
                    <a:pt x="3248787" y="426466"/>
                    <a:pt x="3234309" y="434975"/>
                  </a:cubicBezTo>
                  <a:close/>
                  <a:moveTo>
                    <a:pt x="3323971" y="385572"/>
                  </a:moveTo>
                  <a:cubicBezTo>
                    <a:pt x="3339084" y="377825"/>
                    <a:pt x="3354451" y="370205"/>
                    <a:pt x="3369945" y="362966"/>
                  </a:cubicBezTo>
                  <a:lnTo>
                    <a:pt x="3380867" y="385953"/>
                  </a:lnTo>
                  <a:cubicBezTo>
                    <a:pt x="3365627" y="393192"/>
                    <a:pt x="3350641" y="400558"/>
                    <a:pt x="3335655" y="408305"/>
                  </a:cubicBezTo>
                  <a:close/>
                  <a:moveTo>
                    <a:pt x="3428111" y="364363"/>
                  </a:moveTo>
                  <a:cubicBezTo>
                    <a:pt x="3443732" y="357505"/>
                    <a:pt x="3459480" y="350901"/>
                    <a:pt x="3475355" y="344551"/>
                  </a:cubicBezTo>
                  <a:lnTo>
                    <a:pt x="3484880" y="368173"/>
                  </a:lnTo>
                  <a:cubicBezTo>
                    <a:pt x="3469259" y="374396"/>
                    <a:pt x="3453765" y="381000"/>
                    <a:pt x="3438398" y="387731"/>
                  </a:cubicBezTo>
                  <a:close/>
                  <a:moveTo>
                    <a:pt x="3533394" y="349504"/>
                  </a:moveTo>
                  <a:cubicBezTo>
                    <a:pt x="3549396" y="343662"/>
                    <a:pt x="3565525" y="338074"/>
                    <a:pt x="3581654" y="332613"/>
                  </a:cubicBezTo>
                  <a:lnTo>
                    <a:pt x="3589655" y="356743"/>
                  </a:lnTo>
                  <a:cubicBezTo>
                    <a:pt x="3573653" y="362077"/>
                    <a:pt x="3557905" y="367538"/>
                    <a:pt x="3542157" y="373380"/>
                  </a:cubicBezTo>
                  <a:close/>
                  <a:moveTo>
                    <a:pt x="3639312" y="341122"/>
                  </a:moveTo>
                  <a:cubicBezTo>
                    <a:pt x="3655568" y="336296"/>
                    <a:pt x="3672078" y="331597"/>
                    <a:pt x="3688588" y="327152"/>
                  </a:cubicBezTo>
                  <a:lnTo>
                    <a:pt x="3695065" y="351663"/>
                  </a:lnTo>
                  <a:cubicBezTo>
                    <a:pt x="3678809" y="355981"/>
                    <a:pt x="3662680" y="360553"/>
                    <a:pt x="3646551" y="365379"/>
                  </a:cubicBezTo>
                  <a:close/>
                  <a:moveTo>
                    <a:pt x="3745484" y="339090"/>
                  </a:moveTo>
                  <a:cubicBezTo>
                    <a:pt x="3762121" y="335153"/>
                    <a:pt x="3778758" y="331597"/>
                    <a:pt x="3795522" y="328168"/>
                  </a:cubicBezTo>
                  <a:lnTo>
                    <a:pt x="3800602" y="353060"/>
                  </a:lnTo>
                  <a:cubicBezTo>
                    <a:pt x="3784092" y="356362"/>
                    <a:pt x="3767582" y="359918"/>
                    <a:pt x="3751326" y="363855"/>
                  </a:cubicBezTo>
                  <a:close/>
                  <a:moveTo>
                    <a:pt x="3851656" y="343535"/>
                  </a:moveTo>
                  <a:cubicBezTo>
                    <a:pt x="3868420" y="340614"/>
                    <a:pt x="3885311" y="338074"/>
                    <a:pt x="3902202" y="335661"/>
                  </a:cubicBezTo>
                  <a:lnTo>
                    <a:pt x="3905758" y="360807"/>
                  </a:lnTo>
                  <a:cubicBezTo>
                    <a:pt x="3889121" y="363093"/>
                    <a:pt x="3872484" y="365760"/>
                    <a:pt x="3855974" y="368554"/>
                  </a:cubicBezTo>
                  <a:close/>
                  <a:moveTo>
                    <a:pt x="3657473" y="10033"/>
                  </a:moveTo>
                  <a:cubicBezTo>
                    <a:pt x="3674364" y="8255"/>
                    <a:pt x="3691382" y="6604"/>
                    <a:pt x="3708400" y="5207"/>
                  </a:cubicBezTo>
                  <a:lnTo>
                    <a:pt x="3710432" y="30480"/>
                  </a:lnTo>
                  <a:cubicBezTo>
                    <a:pt x="3693668" y="31750"/>
                    <a:pt x="3676904" y="33401"/>
                    <a:pt x="3660267" y="35179"/>
                  </a:cubicBezTo>
                  <a:close/>
                  <a:moveTo>
                    <a:pt x="3762375" y="27178"/>
                  </a:moveTo>
                  <a:cubicBezTo>
                    <a:pt x="3779266" y="26416"/>
                    <a:pt x="3796411" y="25781"/>
                    <a:pt x="3813429" y="25527"/>
                  </a:cubicBezTo>
                  <a:lnTo>
                    <a:pt x="3813937" y="50927"/>
                  </a:lnTo>
                  <a:cubicBezTo>
                    <a:pt x="3797046" y="51181"/>
                    <a:pt x="3780282" y="51816"/>
                    <a:pt x="3763645" y="52578"/>
                  </a:cubicBezTo>
                  <a:close/>
                  <a:moveTo>
                    <a:pt x="3861689" y="0"/>
                  </a:moveTo>
                  <a:lnTo>
                    <a:pt x="3912489" y="0"/>
                  </a:lnTo>
                  <a:lnTo>
                    <a:pt x="3912489" y="25400"/>
                  </a:lnTo>
                  <a:lnTo>
                    <a:pt x="3861689" y="25400"/>
                  </a:lnTo>
                  <a:close/>
                  <a:moveTo>
                    <a:pt x="3963289" y="25400"/>
                  </a:moveTo>
                  <a:lnTo>
                    <a:pt x="4014089" y="25400"/>
                  </a:lnTo>
                  <a:lnTo>
                    <a:pt x="3963289" y="25400"/>
                  </a:lnTo>
                  <a:close/>
                  <a:moveTo>
                    <a:pt x="4064889" y="25400"/>
                  </a:moveTo>
                  <a:lnTo>
                    <a:pt x="4115689" y="25400"/>
                  </a:lnTo>
                  <a:lnTo>
                    <a:pt x="4064889" y="25400"/>
                  </a:lnTo>
                  <a:close/>
                  <a:moveTo>
                    <a:pt x="4166489" y="25400"/>
                  </a:moveTo>
                  <a:lnTo>
                    <a:pt x="4217289" y="25400"/>
                  </a:lnTo>
                  <a:lnTo>
                    <a:pt x="4166489" y="25400"/>
                  </a:lnTo>
                  <a:close/>
                  <a:moveTo>
                    <a:pt x="4268089" y="25400"/>
                  </a:moveTo>
                  <a:lnTo>
                    <a:pt x="4318889" y="25400"/>
                  </a:lnTo>
                  <a:lnTo>
                    <a:pt x="4268089" y="25400"/>
                  </a:lnTo>
                  <a:close/>
                  <a:moveTo>
                    <a:pt x="4369689" y="25400"/>
                  </a:moveTo>
                  <a:lnTo>
                    <a:pt x="4420489" y="25400"/>
                  </a:lnTo>
                  <a:lnTo>
                    <a:pt x="4369689" y="25400"/>
                  </a:lnTo>
                  <a:close/>
                  <a:moveTo>
                    <a:pt x="4471289" y="25400"/>
                  </a:moveTo>
                  <a:lnTo>
                    <a:pt x="4522089" y="25400"/>
                  </a:lnTo>
                  <a:lnTo>
                    <a:pt x="4471289" y="25400"/>
                  </a:lnTo>
                  <a:close/>
                  <a:moveTo>
                    <a:pt x="4572889" y="25400"/>
                  </a:moveTo>
                  <a:lnTo>
                    <a:pt x="4623689" y="25400"/>
                  </a:lnTo>
                  <a:lnTo>
                    <a:pt x="4572889" y="25400"/>
                  </a:lnTo>
                  <a:close/>
                  <a:moveTo>
                    <a:pt x="4674489" y="25400"/>
                  </a:moveTo>
                  <a:lnTo>
                    <a:pt x="4725289" y="25400"/>
                  </a:lnTo>
                  <a:lnTo>
                    <a:pt x="4674489" y="25400"/>
                  </a:lnTo>
                  <a:close/>
                  <a:moveTo>
                    <a:pt x="4776089" y="25400"/>
                  </a:moveTo>
                  <a:lnTo>
                    <a:pt x="4826889" y="25400"/>
                  </a:lnTo>
                  <a:lnTo>
                    <a:pt x="4776089" y="25400"/>
                  </a:lnTo>
                  <a:close/>
                  <a:moveTo>
                    <a:pt x="4877689" y="25400"/>
                  </a:moveTo>
                  <a:lnTo>
                    <a:pt x="4928489" y="25400"/>
                  </a:lnTo>
                  <a:lnTo>
                    <a:pt x="4877689" y="25400"/>
                  </a:lnTo>
                  <a:close/>
                  <a:moveTo>
                    <a:pt x="4979289" y="25400"/>
                  </a:moveTo>
                  <a:lnTo>
                    <a:pt x="5030089" y="25400"/>
                  </a:lnTo>
                  <a:lnTo>
                    <a:pt x="4979289" y="25400"/>
                  </a:lnTo>
                  <a:close/>
                  <a:moveTo>
                    <a:pt x="5080889" y="25400"/>
                  </a:moveTo>
                  <a:lnTo>
                    <a:pt x="5131689" y="25400"/>
                  </a:lnTo>
                  <a:lnTo>
                    <a:pt x="5080889" y="25400"/>
                  </a:lnTo>
                  <a:close/>
                  <a:moveTo>
                    <a:pt x="5182489" y="25400"/>
                  </a:moveTo>
                  <a:lnTo>
                    <a:pt x="5233289" y="25400"/>
                  </a:lnTo>
                  <a:lnTo>
                    <a:pt x="5182489" y="25400"/>
                  </a:lnTo>
                  <a:close/>
                  <a:moveTo>
                    <a:pt x="5284089" y="25400"/>
                  </a:moveTo>
                  <a:lnTo>
                    <a:pt x="5334889" y="25400"/>
                  </a:lnTo>
                  <a:lnTo>
                    <a:pt x="5284089" y="25400"/>
                  </a:lnTo>
                  <a:close/>
                  <a:moveTo>
                    <a:pt x="5385689" y="25400"/>
                  </a:moveTo>
                  <a:lnTo>
                    <a:pt x="5436489" y="25400"/>
                  </a:lnTo>
                  <a:lnTo>
                    <a:pt x="5385689" y="25400"/>
                  </a:lnTo>
                  <a:close/>
                  <a:moveTo>
                    <a:pt x="5487289" y="25400"/>
                  </a:moveTo>
                  <a:lnTo>
                    <a:pt x="5538089" y="25400"/>
                  </a:lnTo>
                  <a:lnTo>
                    <a:pt x="5487289" y="25400"/>
                  </a:lnTo>
                  <a:close/>
                  <a:moveTo>
                    <a:pt x="5588889" y="25400"/>
                  </a:moveTo>
                  <a:lnTo>
                    <a:pt x="5639689" y="25400"/>
                  </a:lnTo>
                  <a:lnTo>
                    <a:pt x="5588889" y="25400"/>
                  </a:lnTo>
                  <a:close/>
                  <a:moveTo>
                    <a:pt x="5690489" y="25400"/>
                  </a:moveTo>
                  <a:lnTo>
                    <a:pt x="5741289" y="25400"/>
                  </a:lnTo>
                  <a:lnTo>
                    <a:pt x="5690489" y="25400"/>
                  </a:lnTo>
                  <a:close/>
                  <a:moveTo>
                    <a:pt x="5792089" y="25400"/>
                  </a:moveTo>
                  <a:lnTo>
                    <a:pt x="5842889" y="25400"/>
                  </a:lnTo>
                  <a:lnTo>
                    <a:pt x="5792089" y="25400"/>
                  </a:lnTo>
                  <a:close/>
                  <a:moveTo>
                    <a:pt x="5893689" y="25400"/>
                  </a:moveTo>
                  <a:lnTo>
                    <a:pt x="5944489" y="25400"/>
                  </a:lnTo>
                  <a:lnTo>
                    <a:pt x="5893689" y="25400"/>
                  </a:lnTo>
                  <a:close/>
                  <a:moveTo>
                    <a:pt x="5995289" y="25400"/>
                  </a:moveTo>
                  <a:lnTo>
                    <a:pt x="6046089" y="25400"/>
                  </a:lnTo>
                  <a:lnTo>
                    <a:pt x="5995289" y="25400"/>
                  </a:lnTo>
                  <a:close/>
                  <a:moveTo>
                    <a:pt x="6096889" y="25400"/>
                  </a:moveTo>
                  <a:lnTo>
                    <a:pt x="6147689" y="25400"/>
                  </a:lnTo>
                  <a:lnTo>
                    <a:pt x="6096889" y="25400"/>
                  </a:lnTo>
                  <a:close/>
                  <a:moveTo>
                    <a:pt x="6198489" y="25400"/>
                  </a:moveTo>
                  <a:lnTo>
                    <a:pt x="6249289" y="25400"/>
                  </a:lnTo>
                  <a:lnTo>
                    <a:pt x="6198489" y="25400"/>
                  </a:lnTo>
                  <a:close/>
                  <a:moveTo>
                    <a:pt x="6300089" y="25400"/>
                  </a:moveTo>
                  <a:lnTo>
                    <a:pt x="6350889" y="25400"/>
                  </a:lnTo>
                  <a:lnTo>
                    <a:pt x="6300089" y="25400"/>
                  </a:lnTo>
                  <a:close/>
                  <a:moveTo>
                    <a:pt x="6401689" y="25400"/>
                  </a:moveTo>
                  <a:lnTo>
                    <a:pt x="6452489" y="25400"/>
                  </a:lnTo>
                  <a:lnTo>
                    <a:pt x="6401689" y="25400"/>
                  </a:lnTo>
                  <a:close/>
                  <a:moveTo>
                    <a:pt x="6503289" y="25400"/>
                  </a:moveTo>
                  <a:lnTo>
                    <a:pt x="6554089" y="25400"/>
                  </a:lnTo>
                  <a:lnTo>
                    <a:pt x="6503289" y="25400"/>
                  </a:lnTo>
                  <a:close/>
                  <a:moveTo>
                    <a:pt x="6604889" y="25400"/>
                  </a:moveTo>
                  <a:lnTo>
                    <a:pt x="6655689" y="25400"/>
                  </a:lnTo>
                  <a:lnTo>
                    <a:pt x="6604889" y="25400"/>
                  </a:lnTo>
                  <a:close/>
                  <a:moveTo>
                    <a:pt x="6706489" y="25400"/>
                  </a:moveTo>
                  <a:lnTo>
                    <a:pt x="6757289" y="25400"/>
                  </a:lnTo>
                  <a:lnTo>
                    <a:pt x="6706489" y="25400"/>
                  </a:lnTo>
                  <a:close/>
                  <a:moveTo>
                    <a:pt x="6808089" y="25400"/>
                  </a:moveTo>
                  <a:lnTo>
                    <a:pt x="6858889" y="25400"/>
                  </a:lnTo>
                  <a:lnTo>
                    <a:pt x="6808089" y="25400"/>
                  </a:lnTo>
                  <a:close/>
                  <a:moveTo>
                    <a:pt x="6909689" y="25400"/>
                  </a:moveTo>
                  <a:lnTo>
                    <a:pt x="6960489" y="25400"/>
                  </a:lnTo>
                  <a:lnTo>
                    <a:pt x="6909689" y="25400"/>
                  </a:lnTo>
                  <a:close/>
                  <a:moveTo>
                    <a:pt x="7011289" y="25400"/>
                  </a:moveTo>
                  <a:lnTo>
                    <a:pt x="7062089" y="25400"/>
                  </a:lnTo>
                  <a:lnTo>
                    <a:pt x="7011289" y="25400"/>
                  </a:lnTo>
                  <a:close/>
                  <a:moveTo>
                    <a:pt x="7112889" y="25400"/>
                  </a:moveTo>
                  <a:lnTo>
                    <a:pt x="7163689" y="25400"/>
                  </a:lnTo>
                  <a:lnTo>
                    <a:pt x="7112889" y="25400"/>
                  </a:lnTo>
                  <a:close/>
                  <a:moveTo>
                    <a:pt x="7214489" y="25400"/>
                  </a:moveTo>
                  <a:lnTo>
                    <a:pt x="7265289" y="25400"/>
                  </a:lnTo>
                  <a:lnTo>
                    <a:pt x="7214489" y="25400"/>
                  </a:lnTo>
                  <a:close/>
                  <a:moveTo>
                    <a:pt x="7316089" y="25400"/>
                  </a:moveTo>
                  <a:lnTo>
                    <a:pt x="7366889" y="25400"/>
                  </a:lnTo>
                  <a:lnTo>
                    <a:pt x="7316089" y="25400"/>
                  </a:lnTo>
                  <a:close/>
                  <a:moveTo>
                    <a:pt x="7417689" y="25400"/>
                  </a:moveTo>
                  <a:lnTo>
                    <a:pt x="7468489" y="25400"/>
                  </a:lnTo>
                  <a:lnTo>
                    <a:pt x="7417689" y="25400"/>
                  </a:lnTo>
                  <a:close/>
                  <a:moveTo>
                    <a:pt x="7519289" y="25400"/>
                  </a:moveTo>
                  <a:lnTo>
                    <a:pt x="7570089" y="25400"/>
                  </a:lnTo>
                  <a:lnTo>
                    <a:pt x="7519289" y="25400"/>
                  </a:lnTo>
                  <a:close/>
                  <a:moveTo>
                    <a:pt x="7620889" y="25400"/>
                  </a:moveTo>
                  <a:lnTo>
                    <a:pt x="7671689" y="25400"/>
                  </a:lnTo>
                  <a:lnTo>
                    <a:pt x="7620889" y="25400"/>
                  </a:lnTo>
                  <a:close/>
                  <a:moveTo>
                    <a:pt x="7722489" y="25400"/>
                  </a:moveTo>
                  <a:lnTo>
                    <a:pt x="7773289" y="25400"/>
                  </a:lnTo>
                  <a:lnTo>
                    <a:pt x="7722489" y="25400"/>
                  </a:lnTo>
                  <a:close/>
                  <a:moveTo>
                    <a:pt x="7824089" y="25400"/>
                  </a:moveTo>
                  <a:lnTo>
                    <a:pt x="7874889" y="25400"/>
                  </a:lnTo>
                  <a:lnTo>
                    <a:pt x="7824089" y="25400"/>
                  </a:lnTo>
                  <a:close/>
                  <a:moveTo>
                    <a:pt x="7925689" y="25400"/>
                  </a:moveTo>
                  <a:lnTo>
                    <a:pt x="7976489" y="25400"/>
                  </a:lnTo>
                  <a:lnTo>
                    <a:pt x="7925689" y="25400"/>
                  </a:lnTo>
                  <a:close/>
                  <a:moveTo>
                    <a:pt x="8027289" y="25400"/>
                  </a:moveTo>
                  <a:lnTo>
                    <a:pt x="8078089" y="25400"/>
                  </a:lnTo>
                  <a:lnTo>
                    <a:pt x="8027289" y="25400"/>
                  </a:lnTo>
                  <a:close/>
                  <a:moveTo>
                    <a:pt x="8128889" y="25400"/>
                  </a:moveTo>
                  <a:lnTo>
                    <a:pt x="8179689" y="25400"/>
                  </a:lnTo>
                  <a:lnTo>
                    <a:pt x="8128889" y="25400"/>
                  </a:lnTo>
                  <a:close/>
                  <a:moveTo>
                    <a:pt x="8230489" y="25400"/>
                  </a:moveTo>
                  <a:lnTo>
                    <a:pt x="8281289" y="25400"/>
                  </a:lnTo>
                  <a:lnTo>
                    <a:pt x="8230489" y="25400"/>
                  </a:lnTo>
                  <a:close/>
                  <a:moveTo>
                    <a:pt x="8332089" y="25400"/>
                  </a:moveTo>
                  <a:lnTo>
                    <a:pt x="8382889" y="25400"/>
                  </a:lnTo>
                  <a:lnTo>
                    <a:pt x="8332089" y="25400"/>
                  </a:lnTo>
                  <a:close/>
                  <a:moveTo>
                    <a:pt x="8433689" y="25400"/>
                  </a:moveTo>
                  <a:lnTo>
                    <a:pt x="8484489" y="25400"/>
                  </a:lnTo>
                  <a:lnTo>
                    <a:pt x="8433689" y="25400"/>
                  </a:lnTo>
                  <a:close/>
                  <a:moveTo>
                    <a:pt x="8535289" y="25400"/>
                  </a:moveTo>
                  <a:lnTo>
                    <a:pt x="8586089" y="25400"/>
                  </a:lnTo>
                  <a:lnTo>
                    <a:pt x="8535289" y="25400"/>
                  </a:lnTo>
                  <a:close/>
                  <a:moveTo>
                    <a:pt x="8636889" y="25400"/>
                  </a:moveTo>
                  <a:lnTo>
                    <a:pt x="8687689" y="25400"/>
                  </a:lnTo>
                  <a:lnTo>
                    <a:pt x="8636889" y="25400"/>
                  </a:lnTo>
                  <a:close/>
                  <a:moveTo>
                    <a:pt x="8738489" y="25400"/>
                  </a:moveTo>
                  <a:lnTo>
                    <a:pt x="8789289" y="25400"/>
                  </a:lnTo>
                  <a:lnTo>
                    <a:pt x="8738489" y="25400"/>
                  </a:lnTo>
                  <a:close/>
                  <a:moveTo>
                    <a:pt x="8840089" y="25400"/>
                  </a:moveTo>
                  <a:lnTo>
                    <a:pt x="8890889" y="25400"/>
                  </a:lnTo>
                  <a:lnTo>
                    <a:pt x="8840089" y="25400"/>
                  </a:lnTo>
                  <a:close/>
                  <a:moveTo>
                    <a:pt x="8941689" y="25400"/>
                  </a:moveTo>
                  <a:lnTo>
                    <a:pt x="8992489" y="25400"/>
                  </a:lnTo>
                  <a:lnTo>
                    <a:pt x="8941689" y="25400"/>
                  </a:lnTo>
                  <a:close/>
                  <a:moveTo>
                    <a:pt x="9043289" y="25400"/>
                  </a:moveTo>
                  <a:lnTo>
                    <a:pt x="9094089" y="25400"/>
                  </a:lnTo>
                  <a:lnTo>
                    <a:pt x="9043289" y="25400"/>
                  </a:lnTo>
                  <a:close/>
                  <a:moveTo>
                    <a:pt x="9144889" y="25400"/>
                  </a:moveTo>
                  <a:lnTo>
                    <a:pt x="9195689" y="25400"/>
                  </a:lnTo>
                  <a:lnTo>
                    <a:pt x="9144889" y="25400"/>
                  </a:lnTo>
                  <a:close/>
                  <a:moveTo>
                    <a:pt x="9246489" y="25400"/>
                  </a:moveTo>
                  <a:lnTo>
                    <a:pt x="9297289" y="25400"/>
                  </a:lnTo>
                  <a:lnTo>
                    <a:pt x="9246489" y="25400"/>
                  </a:lnTo>
                  <a:close/>
                  <a:moveTo>
                    <a:pt x="9348089" y="25400"/>
                  </a:moveTo>
                  <a:lnTo>
                    <a:pt x="9398889" y="25400"/>
                  </a:lnTo>
                  <a:lnTo>
                    <a:pt x="9348089" y="25400"/>
                  </a:lnTo>
                  <a:close/>
                  <a:moveTo>
                    <a:pt x="9449689" y="25400"/>
                  </a:moveTo>
                  <a:lnTo>
                    <a:pt x="9500489" y="25400"/>
                  </a:lnTo>
                  <a:lnTo>
                    <a:pt x="9449689" y="25400"/>
                  </a:lnTo>
                  <a:close/>
                  <a:moveTo>
                    <a:pt x="9551289" y="25400"/>
                  </a:moveTo>
                  <a:lnTo>
                    <a:pt x="9602089" y="25400"/>
                  </a:lnTo>
                  <a:lnTo>
                    <a:pt x="9551289" y="25400"/>
                  </a:lnTo>
                  <a:close/>
                  <a:moveTo>
                    <a:pt x="9652889" y="25400"/>
                  </a:moveTo>
                  <a:lnTo>
                    <a:pt x="9703689" y="25400"/>
                  </a:lnTo>
                  <a:lnTo>
                    <a:pt x="9652889" y="25400"/>
                  </a:lnTo>
                  <a:close/>
                  <a:moveTo>
                    <a:pt x="9754489" y="25400"/>
                  </a:moveTo>
                  <a:lnTo>
                    <a:pt x="9805289" y="25400"/>
                  </a:lnTo>
                  <a:lnTo>
                    <a:pt x="9754489" y="25400"/>
                  </a:lnTo>
                  <a:close/>
                  <a:moveTo>
                    <a:pt x="9856089" y="25400"/>
                  </a:moveTo>
                  <a:lnTo>
                    <a:pt x="9906889" y="25400"/>
                  </a:lnTo>
                  <a:lnTo>
                    <a:pt x="9856089" y="25400"/>
                  </a:lnTo>
                  <a:close/>
                  <a:moveTo>
                    <a:pt x="9957689" y="25400"/>
                  </a:moveTo>
                  <a:lnTo>
                    <a:pt x="10008489" y="25400"/>
                  </a:lnTo>
                  <a:lnTo>
                    <a:pt x="9957689" y="25400"/>
                  </a:lnTo>
                  <a:close/>
                  <a:moveTo>
                    <a:pt x="10059289" y="25400"/>
                  </a:moveTo>
                  <a:lnTo>
                    <a:pt x="10110089" y="25400"/>
                  </a:lnTo>
                  <a:lnTo>
                    <a:pt x="10059289" y="25400"/>
                  </a:lnTo>
                  <a:close/>
                  <a:moveTo>
                    <a:pt x="10160889" y="25400"/>
                  </a:moveTo>
                  <a:lnTo>
                    <a:pt x="10211689" y="25400"/>
                  </a:lnTo>
                  <a:lnTo>
                    <a:pt x="10160889" y="25400"/>
                  </a:lnTo>
                  <a:close/>
                  <a:moveTo>
                    <a:pt x="10262489" y="25400"/>
                  </a:moveTo>
                  <a:lnTo>
                    <a:pt x="10313289" y="25400"/>
                  </a:lnTo>
                  <a:lnTo>
                    <a:pt x="10262489" y="25400"/>
                  </a:lnTo>
                  <a:close/>
                  <a:moveTo>
                    <a:pt x="10364089" y="25400"/>
                  </a:moveTo>
                  <a:lnTo>
                    <a:pt x="10414889" y="25400"/>
                  </a:lnTo>
                  <a:lnTo>
                    <a:pt x="10364089" y="25400"/>
                  </a:lnTo>
                  <a:close/>
                  <a:moveTo>
                    <a:pt x="10465689" y="25400"/>
                  </a:moveTo>
                  <a:lnTo>
                    <a:pt x="10516489" y="25400"/>
                  </a:lnTo>
                  <a:lnTo>
                    <a:pt x="10465689" y="25400"/>
                  </a:lnTo>
                  <a:close/>
                  <a:moveTo>
                    <a:pt x="10567289" y="25400"/>
                  </a:moveTo>
                  <a:lnTo>
                    <a:pt x="10618089" y="25400"/>
                  </a:lnTo>
                  <a:lnTo>
                    <a:pt x="10567289" y="25400"/>
                  </a:lnTo>
                  <a:close/>
                  <a:moveTo>
                    <a:pt x="10668889" y="25400"/>
                  </a:moveTo>
                  <a:lnTo>
                    <a:pt x="10719689" y="25400"/>
                  </a:lnTo>
                  <a:lnTo>
                    <a:pt x="10668889" y="25400"/>
                  </a:lnTo>
                  <a:close/>
                  <a:moveTo>
                    <a:pt x="10770489" y="25400"/>
                  </a:moveTo>
                  <a:lnTo>
                    <a:pt x="10821289" y="25400"/>
                  </a:lnTo>
                  <a:lnTo>
                    <a:pt x="10770489" y="25400"/>
                  </a:lnTo>
                  <a:close/>
                  <a:moveTo>
                    <a:pt x="10872089" y="25400"/>
                  </a:moveTo>
                  <a:lnTo>
                    <a:pt x="10922889" y="25400"/>
                  </a:lnTo>
                  <a:lnTo>
                    <a:pt x="10872089" y="25400"/>
                  </a:lnTo>
                  <a:close/>
                  <a:moveTo>
                    <a:pt x="10973689" y="25400"/>
                  </a:moveTo>
                  <a:lnTo>
                    <a:pt x="11024489" y="25400"/>
                  </a:lnTo>
                  <a:lnTo>
                    <a:pt x="10973689" y="25400"/>
                  </a:lnTo>
                  <a:close/>
                  <a:moveTo>
                    <a:pt x="11075289" y="25400"/>
                  </a:moveTo>
                  <a:lnTo>
                    <a:pt x="11126089" y="25400"/>
                  </a:lnTo>
                  <a:lnTo>
                    <a:pt x="11075289" y="25400"/>
                  </a:lnTo>
                  <a:close/>
                  <a:moveTo>
                    <a:pt x="11176889" y="25400"/>
                  </a:moveTo>
                  <a:lnTo>
                    <a:pt x="11227689" y="25400"/>
                  </a:lnTo>
                  <a:lnTo>
                    <a:pt x="11176889" y="25400"/>
                  </a:lnTo>
                  <a:close/>
                  <a:moveTo>
                    <a:pt x="11278489" y="25400"/>
                  </a:moveTo>
                  <a:lnTo>
                    <a:pt x="11329289" y="25400"/>
                  </a:lnTo>
                  <a:lnTo>
                    <a:pt x="11278489" y="25400"/>
                  </a:lnTo>
                  <a:close/>
                  <a:moveTo>
                    <a:pt x="11380089" y="25400"/>
                  </a:moveTo>
                  <a:lnTo>
                    <a:pt x="11430889" y="25400"/>
                  </a:lnTo>
                  <a:lnTo>
                    <a:pt x="11380089" y="25400"/>
                  </a:lnTo>
                  <a:close/>
                  <a:moveTo>
                    <a:pt x="11481689" y="25400"/>
                  </a:moveTo>
                  <a:lnTo>
                    <a:pt x="11532489" y="25400"/>
                  </a:lnTo>
                  <a:lnTo>
                    <a:pt x="11481689" y="25400"/>
                  </a:lnTo>
                  <a:close/>
                  <a:moveTo>
                    <a:pt x="11583289" y="25400"/>
                  </a:moveTo>
                  <a:lnTo>
                    <a:pt x="11634089" y="25400"/>
                  </a:lnTo>
                  <a:lnTo>
                    <a:pt x="11583289" y="25400"/>
                  </a:lnTo>
                  <a:close/>
                  <a:moveTo>
                    <a:pt x="11684889" y="25400"/>
                  </a:moveTo>
                  <a:lnTo>
                    <a:pt x="11735689" y="25400"/>
                  </a:lnTo>
                  <a:lnTo>
                    <a:pt x="11684889" y="25400"/>
                  </a:lnTo>
                  <a:close/>
                  <a:moveTo>
                    <a:pt x="11786489" y="25400"/>
                  </a:moveTo>
                  <a:lnTo>
                    <a:pt x="11837289" y="25400"/>
                  </a:lnTo>
                  <a:lnTo>
                    <a:pt x="11786489" y="25400"/>
                  </a:lnTo>
                  <a:close/>
                  <a:moveTo>
                    <a:pt x="11888089" y="25400"/>
                  </a:moveTo>
                  <a:lnTo>
                    <a:pt x="11938889" y="25400"/>
                  </a:lnTo>
                  <a:lnTo>
                    <a:pt x="11888089" y="25400"/>
                  </a:lnTo>
                  <a:close/>
                  <a:moveTo>
                    <a:pt x="11989689" y="25400"/>
                  </a:moveTo>
                  <a:lnTo>
                    <a:pt x="12040489" y="25400"/>
                  </a:lnTo>
                  <a:lnTo>
                    <a:pt x="11989689" y="25400"/>
                  </a:lnTo>
                  <a:close/>
                  <a:moveTo>
                    <a:pt x="12091289" y="25400"/>
                  </a:moveTo>
                  <a:lnTo>
                    <a:pt x="12142089" y="25400"/>
                  </a:lnTo>
                  <a:lnTo>
                    <a:pt x="12091289" y="25400"/>
                  </a:lnTo>
                  <a:close/>
                  <a:moveTo>
                    <a:pt x="12192889" y="25400"/>
                  </a:moveTo>
                  <a:lnTo>
                    <a:pt x="12243689" y="25400"/>
                  </a:lnTo>
                  <a:lnTo>
                    <a:pt x="12192889" y="25400"/>
                  </a:lnTo>
                  <a:close/>
                  <a:moveTo>
                    <a:pt x="12294489" y="25400"/>
                  </a:moveTo>
                  <a:lnTo>
                    <a:pt x="12345289" y="25400"/>
                  </a:lnTo>
                  <a:lnTo>
                    <a:pt x="12294489" y="25400"/>
                  </a:lnTo>
                  <a:close/>
                  <a:moveTo>
                    <a:pt x="12396089" y="25400"/>
                  </a:moveTo>
                  <a:lnTo>
                    <a:pt x="12446889" y="25400"/>
                  </a:lnTo>
                  <a:lnTo>
                    <a:pt x="12396089" y="25400"/>
                  </a:lnTo>
                  <a:close/>
                  <a:moveTo>
                    <a:pt x="12497689" y="25400"/>
                  </a:moveTo>
                  <a:lnTo>
                    <a:pt x="12548489" y="25400"/>
                  </a:lnTo>
                  <a:lnTo>
                    <a:pt x="12497689" y="25400"/>
                  </a:lnTo>
                  <a:close/>
                  <a:moveTo>
                    <a:pt x="12599289" y="25400"/>
                  </a:moveTo>
                  <a:lnTo>
                    <a:pt x="12650089" y="25400"/>
                  </a:lnTo>
                  <a:lnTo>
                    <a:pt x="12599289" y="25400"/>
                  </a:lnTo>
                  <a:close/>
                  <a:moveTo>
                    <a:pt x="12700889" y="25400"/>
                  </a:moveTo>
                  <a:lnTo>
                    <a:pt x="12751689" y="25400"/>
                  </a:lnTo>
                  <a:lnTo>
                    <a:pt x="12700889" y="25400"/>
                  </a:lnTo>
                  <a:close/>
                  <a:moveTo>
                    <a:pt x="12802489" y="25400"/>
                  </a:moveTo>
                  <a:lnTo>
                    <a:pt x="12853289" y="25400"/>
                  </a:lnTo>
                  <a:lnTo>
                    <a:pt x="12802489" y="25400"/>
                  </a:lnTo>
                  <a:close/>
                  <a:moveTo>
                    <a:pt x="12904089" y="25400"/>
                  </a:moveTo>
                  <a:lnTo>
                    <a:pt x="12954889" y="25400"/>
                  </a:lnTo>
                  <a:lnTo>
                    <a:pt x="12904089" y="25400"/>
                  </a:lnTo>
                  <a:close/>
                  <a:moveTo>
                    <a:pt x="13005689" y="25400"/>
                  </a:moveTo>
                  <a:lnTo>
                    <a:pt x="13056489" y="25400"/>
                  </a:lnTo>
                  <a:lnTo>
                    <a:pt x="13005689" y="25400"/>
                  </a:lnTo>
                  <a:close/>
                  <a:moveTo>
                    <a:pt x="13107289" y="25400"/>
                  </a:moveTo>
                  <a:lnTo>
                    <a:pt x="13158089" y="25400"/>
                  </a:lnTo>
                  <a:lnTo>
                    <a:pt x="13107289" y="25400"/>
                  </a:lnTo>
                  <a:close/>
                  <a:moveTo>
                    <a:pt x="13208889" y="25400"/>
                  </a:moveTo>
                  <a:lnTo>
                    <a:pt x="13259689" y="25400"/>
                  </a:lnTo>
                  <a:lnTo>
                    <a:pt x="13208889" y="25400"/>
                  </a:lnTo>
                  <a:close/>
                  <a:moveTo>
                    <a:pt x="13310489" y="25400"/>
                  </a:moveTo>
                  <a:lnTo>
                    <a:pt x="13361289" y="25400"/>
                  </a:lnTo>
                  <a:lnTo>
                    <a:pt x="13310489" y="25400"/>
                  </a:lnTo>
                  <a:close/>
                  <a:moveTo>
                    <a:pt x="13412089" y="25400"/>
                  </a:moveTo>
                  <a:lnTo>
                    <a:pt x="13462889" y="25400"/>
                  </a:lnTo>
                  <a:lnTo>
                    <a:pt x="13412089" y="25400"/>
                  </a:lnTo>
                  <a:close/>
                  <a:moveTo>
                    <a:pt x="13513689" y="25400"/>
                  </a:moveTo>
                  <a:lnTo>
                    <a:pt x="13564489" y="25400"/>
                  </a:lnTo>
                  <a:lnTo>
                    <a:pt x="13513689" y="25400"/>
                  </a:lnTo>
                  <a:close/>
                  <a:moveTo>
                    <a:pt x="13615289" y="25400"/>
                  </a:moveTo>
                  <a:lnTo>
                    <a:pt x="13666089" y="25400"/>
                  </a:lnTo>
                  <a:lnTo>
                    <a:pt x="13615289" y="25400"/>
                  </a:lnTo>
                  <a:close/>
                  <a:moveTo>
                    <a:pt x="13716889" y="25400"/>
                  </a:moveTo>
                  <a:lnTo>
                    <a:pt x="13767689" y="25400"/>
                  </a:lnTo>
                  <a:lnTo>
                    <a:pt x="13716889" y="25400"/>
                  </a:lnTo>
                  <a:close/>
                  <a:moveTo>
                    <a:pt x="13818489" y="25400"/>
                  </a:moveTo>
                  <a:lnTo>
                    <a:pt x="13869289" y="25400"/>
                  </a:lnTo>
                  <a:lnTo>
                    <a:pt x="13818489" y="25400"/>
                  </a:lnTo>
                  <a:close/>
                  <a:moveTo>
                    <a:pt x="13920089" y="25400"/>
                  </a:moveTo>
                  <a:lnTo>
                    <a:pt x="13970889" y="25400"/>
                  </a:lnTo>
                  <a:lnTo>
                    <a:pt x="13920089" y="25400"/>
                  </a:lnTo>
                  <a:close/>
                  <a:moveTo>
                    <a:pt x="14021689" y="25400"/>
                  </a:moveTo>
                  <a:lnTo>
                    <a:pt x="14072489" y="25400"/>
                  </a:lnTo>
                  <a:lnTo>
                    <a:pt x="14021689" y="25400"/>
                  </a:lnTo>
                  <a:close/>
                  <a:moveTo>
                    <a:pt x="14123289" y="25400"/>
                  </a:moveTo>
                  <a:lnTo>
                    <a:pt x="14174089" y="25400"/>
                  </a:lnTo>
                  <a:lnTo>
                    <a:pt x="14123289" y="25400"/>
                  </a:lnTo>
                  <a:close/>
                  <a:moveTo>
                    <a:pt x="14224889" y="25400"/>
                  </a:moveTo>
                  <a:lnTo>
                    <a:pt x="14275689" y="25400"/>
                  </a:lnTo>
                  <a:lnTo>
                    <a:pt x="14224889" y="25400"/>
                  </a:lnTo>
                  <a:close/>
                  <a:moveTo>
                    <a:pt x="14326489" y="25400"/>
                  </a:moveTo>
                  <a:lnTo>
                    <a:pt x="14377289" y="25400"/>
                  </a:lnTo>
                  <a:lnTo>
                    <a:pt x="14326489" y="25400"/>
                  </a:lnTo>
                  <a:close/>
                  <a:moveTo>
                    <a:pt x="14428089" y="25400"/>
                  </a:moveTo>
                  <a:lnTo>
                    <a:pt x="14478889" y="25400"/>
                  </a:lnTo>
                  <a:lnTo>
                    <a:pt x="14428089" y="25400"/>
                  </a:lnTo>
                  <a:close/>
                  <a:moveTo>
                    <a:pt x="14529689" y="25400"/>
                  </a:moveTo>
                  <a:lnTo>
                    <a:pt x="14580489" y="25400"/>
                  </a:lnTo>
                  <a:lnTo>
                    <a:pt x="14529689" y="25400"/>
                  </a:lnTo>
                  <a:close/>
                  <a:moveTo>
                    <a:pt x="14631289" y="25400"/>
                  </a:moveTo>
                  <a:lnTo>
                    <a:pt x="14682089" y="25400"/>
                  </a:lnTo>
                  <a:lnTo>
                    <a:pt x="14631289" y="25400"/>
                  </a:lnTo>
                  <a:close/>
                  <a:moveTo>
                    <a:pt x="14732889" y="25400"/>
                  </a:moveTo>
                  <a:lnTo>
                    <a:pt x="14783689" y="25400"/>
                  </a:lnTo>
                  <a:lnTo>
                    <a:pt x="14732889" y="25400"/>
                  </a:lnTo>
                  <a:close/>
                  <a:moveTo>
                    <a:pt x="14834489" y="25400"/>
                  </a:moveTo>
                  <a:lnTo>
                    <a:pt x="14885289" y="25400"/>
                  </a:lnTo>
                  <a:lnTo>
                    <a:pt x="14834489" y="25400"/>
                  </a:lnTo>
                  <a:close/>
                  <a:moveTo>
                    <a:pt x="14936470" y="25781"/>
                  </a:moveTo>
                  <a:cubicBezTo>
                    <a:pt x="14953488" y="26162"/>
                    <a:pt x="14970506" y="26670"/>
                    <a:pt x="14987524" y="27559"/>
                  </a:cubicBezTo>
                  <a:lnTo>
                    <a:pt x="14986254" y="52959"/>
                  </a:lnTo>
                  <a:cubicBezTo>
                    <a:pt x="14969617" y="52070"/>
                    <a:pt x="14952853" y="51562"/>
                    <a:pt x="14935962" y="51181"/>
                  </a:cubicBezTo>
                  <a:close/>
                  <a:moveTo>
                    <a:pt x="15038197" y="56261"/>
                  </a:moveTo>
                  <a:cubicBezTo>
                    <a:pt x="15055215" y="57658"/>
                    <a:pt x="15072233" y="59182"/>
                    <a:pt x="15089124" y="61087"/>
                  </a:cubicBezTo>
                  <a:lnTo>
                    <a:pt x="15086330" y="86360"/>
                  </a:lnTo>
                  <a:cubicBezTo>
                    <a:pt x="15069693" y="84582"/>
                    <a:pt x="15052929" y="82931"/>
                    <a:pt x="15036165" y="81534"/>
                  </a:cubicBezTo>
                  <a:close/>
                  <a:moveTo>
                    <a:pt x="15137892" y="92710"/>
                  </a:moveTo>
                  <a:cubicBezTo>
                    <a:pt x="15154783" y="95123"/>
                    <a:pt x="15171674" y="97790"/>
                    <a:pt x="15188438" y="100584"/>
                  </a:cubicBezTo>
                  <a:lnTo>
                    <a:pt x="15184120" y="125603"/>
                  </a:lnTo>
                  <a:cubicBezTo>
                    <a:pt x="15167610" y="122809"/>
                    <a:pt x="15150973" y="120142"/>
                    <a:pt x="15134336" y="117856"/>
                  </a:cubicBezTo>
                  <a:close/>
                  <a:moveTo>
                    <a:pt x="15235174" y="135255"/>
                  </a:moveTo>
                  <a:cubicBezTo>
                    <a:pt x="15251938" y="138684"/>
                    <a:pt x="15268703" y="142367"/>
                    <a:pt x="15285212" y="146304"/>
                  </a:cubicBezTo>
                  <a:lnTo>
                    <a:pt x="15279370" y="171069"/>
                  </a:lnTo>
                  <a:cubicBezTo>
                    <a:pt x="15262987" y="167259"/>
                    <a:pt x="15246605" y="163576"/>
                    <a:pt x="15230094" y="160274"/>
                  </a:cubicBezTo>
                  <a:close/>
                  <a:moveTo>
                    <a:pt x="15329789" y="183769"/>
                  </a:moveTo>
                  <a:cubicBezTo>
                    <a:pt x="15346299" y="188214"/>
                    <a:pt x="15362681" y="192913"/>
                    <a:pt x="15379065" y="197739"/>
                  </a:cubicBezTo>
                  <a:lnTo>
                    <a:pt x="15371699" y="222123"/>
                  </a:lnTo>
                  <a:cubicBezTo>
                    <a:pt x="15355697" y="217297"/>
                    <a:pt x="15339441" y="212725"/>
                    <a:pt x="15323185" y="208280"/>
                  </a:cubicBezTo>
                  <a:close/>
                  <a:moveTo>
                    <a:pt x="15421230" y="237744"/>
                  </a:moveTo>
                  <a:cubicBezTo>
                    <a:pt x="15437485" y="243205"/>
                    <a:pt x="15453487" y="248793"/>
                    <a:pt x="15469489" y="254762"/>
                  </a:cubicBezTo>
                  <a:lnTo>
                    <a:pt x="15460727" y="278638"/>
                  </a:lnTo>
                  <a:cubicBezTo>
                    <a:pt x="15444979" y="272796"/>
                    <a:pt x="15429104" y="267208"/>
                    <a:pt x="15413229" y="261874"/>
                  </a:cubicBezTo>
                  <a:close/>
                  <a:moveTo>
                    <a:pt x="15509240" y="297307"/>
                  </a:moveTo>
                  <a:cubicBezTo>
                    <a:pt x="15525115" y="303657"/>
                    <a:pt x="15540863" y="310388"/>
                    <a:pt x="15556356" y="317246"/>
                  </a:cubicBezTo>
                  <a:lnTo>
                    <a:pt x="15546197" y="340487"/>
                  </a:lnTo>
                  <a:cubicBezTo>
                    <a:pt x="15530831" y="333756"/>
                    <a:pt x="15515336" y="327152"/>
                    <a:pt x="15499715" y="320929"/>
                  </a:cubicBezTo>
                  <a:close/>
                  <a:moveTo>
                    <a:pt x="15593441" y="362077"/>
                  </a:moveTo>
                  <a:cubicBezTo>
                    <a:pt x="15608808" y="369443"/>
                    <a:pt x="15624176" y="377063"/>
                    <a:pt x="15639288" y="384810"/>
                  </a:cubicBezTo>
                  <a:lnTo>
                    <a:pt x="15627730" y="407416"/>
                  </a:lnTo>
                  <a:cubicBezTo>
                    <a:pt x="15612745" y="399796"/>
                    <a:pt x="15597759" y="392303"/>
                    <a:pt x="15582519" y="385064"/>
                  </a:cubicBezTo>
                  <a:close/>
                  <a:moveTo>
                    <a:pt x="15673579" y="431927"/>
                  </a:moveTo>
                  <a:cubicBezTo>
                    <a:pt x="15688564" y="440182"/>
                    <a:pt x="15703296" y="448691"/>
                    <a:pt x="15718029" y="457454"/>
                  </a:cubicBezTo>
                  <a:lnTo>
                    <a:pt x="15705074" y="479298"/>
                  </a:lnTo>
                  <a:cubicBezTo>
                    <a:pt x="15690596" y="470662"/>
                    <a:pt x="15675991" y="462280"/>
                    <a:pt x="15661259" y="454152"/>
                  </a:cubicBezTo>
                  <a:close/>
                  <a:moveTo>
                    <a:pt x="15749270" y="506476"/>
                  </a:moveTo>
                  <a:cubicBezTo>
                    <a:pt x="15763621" y="515620"/>
                    <a:pt x="15777845" y="525018"/>
                    <a:pt x="15791942" y="534543"/>
                  </a:cubicBezTo>
                  <a:lnTo>
                    <a:pt x="15777718" y="555498"/>
                  </a:lnTo>
                  <a:cubicBezTo>
                    <a:pt x="15763876" y="546100"/>
                    <a:pt x="15749779" y="536829"/>
                    <a:pt x="15735680" y="527812"/>
                  </a:cubicBezTo>
                  <a:close/>
                  <a:moveTo>
                    <a:pt x="15820390" y="585343"/>
                  </a:moveTo>
                  <a:cubicBezTo>
                    <a:pt x="15834233" y="595376"/>
                    <a:pt x="15847822" y="605536"/>
                    <a:pt x="15861411" y="615950"/>
                  </a:cubicBezTo>
                  <a:lnTo>
                    <a:pt x="15845917" y="636016"/>
                  </a:lnTo>
                  <a:cubicBezTo>
                    <a:pt x="15832581" y="625729"/>
                    <a:pt x="15819120" y="615696"/>
                    <a:pt x="15805530" y="605790"/>
                  </a:cubicBezTo>
                  <a:close/>
                  <a:moveTo>
                    <a:pt x="15886556" y="668274"/>
                  </a:moveTo>
                  <a:cubicBezTo>
                    <a:pt x="15899765" y="679069"/>
                    <a:pt x="15912846" y="690118"/>
                    <a:pt x="15925673" y="701294"/>
                  </a:cubicBezTo>
                  <a:lnTo>
                    <a:pt x="15908909" y="720471"/>
                  </a:lnTo>
                  <a:cubicBezTo>
                    <a:pt x="15896209" y="709422"/>
                    <a:pt x="15883381" y="698500"/>
                    <a:pt x="15870429" y="687832"/>
                  </a:cubicBezTo>
                  <a:close/>
                  <a:moveTo>
                    <a:pt x="15947517" y="755142"/>
                  </a:moveTo>
                  <a:cubicBezTo>
                    <a:pt x="15959963" y="766699"/>
                    <a:pt x="15972409" y="778510"/>
                    <a:pt x="15984474" y="790448"/>
                  </a:cubicBezTo>
                  <a:lnTo>
                    <a:pt x="15966694" y="808482"/>
                  </a:lnTo>
                  <a:cubicBezTo>
                    <a:pt x="15954755" y="796671"/>
                    <a:pt x="15942564" y="785114"/>
                    <a:pt x="15930245" y="773684"/>
                  </a:cubicBezTo>
                  <a:close/>
                  <a:moveTo>
                    <a:pt x="16003143" y="845439"/>
                  </a:moveTo>
                  <a:cubicBezTo>
                    <a:pt x="16014955" y="857758"/>
                    <a:pt x="16026511" y="870331"/>
                    <a:pt x="16037941" y="883031"/>
                  </a:cubicBezTo>
                  <a:lnTo>
                    <a:pt x="16019018" y="900049"/>
                  </a:lnTo>
                  <a:cubicBezTo>
                    <a:pt x="16007842" y="887603"/>
                    <a:pt x="15996412" y="875284"/>
                    <a:pt x="15984729" y="863092"/>
                  </a:cubicBezTo>
                  <a:close/>
                  <a:moveTo>
                    <a:pt x="16053180" y="939165"/>
                  </a:moveTo>
                  <a:cubicBezTo>
                    <a:pt x="16064231" y="952246"/>
                    <a:pt x="16075026" y="965327"/>
                    <a:pt x="16085566" y="978662"/>
                  </a:cubicBezTo>
                  <a:lnTo>
                    <a:pt x="16065628" y="994410"/>
                  </a:lnTo>
                  <a:cubicBezTo>
                    <a:pt x="16055213" y="981202"/>
                    <a:pt x="16044545" y="968248"/>
                    <a:pt x="16033623" y="955421"/>
                  </a:cubicBezTo>
                  <a:close/>
                  <a:moveTo>
                    <a:pt x="16097251" y="1035558"/>
                  </a:moveTo>
                  <a:cubicBezTo>
                    <a:pt x="16107410" y="1049274"/>
                    <a:pt x="16117443" y="1063117"/>
                    <a:pt x="16127222" y="1077087"/>
                  </a:cubicBezTo>
                  <a:lnTo>
                    <a:pt x="16106394" y="1091692"/>
                  </a:lnTo>
                  <a:cubicBezTo>
                    <a:pt x="16096742" y="1077976"/>
                    <a:pt x="16086836" y="1064260"/>
                    <a:pt x="16076804" y="1050798"/>
                  </a:cubicBezTo>
                  <a:close/>
                  <a:moveTo>
                    <a:pt x="16135478" y="1134618"/>
                  </a:moveTo>
                  <a:cubicBezTo>
                    <a:pt x="16144876" y="1148842"/>
                    <a:pt x="16154019" y="1163320"/>
                    <a:pt x="16162909" y="1177798"/>
                  </a:cubicBezTo>
                  <a:lnTo>
                    <a:pt x="16141319" y="1191133"/>
                  </a:lnTo>
                  <a:cubicBezTo>
                    <a:pt x="16132555" y="1176782"/>
                    <a:pt x="16123539" y="1162685"/>
                    <a:pt x="16114395" y="1148588"/>
                  </a:cubicBezTo>
                  <a:close/>
                  <a:moveTo>
                    <a:pt x="16167862" y="1235837"/>
                  </a:moveTo>
                  <a:cubicBezTo>
                    <a:pt x="16176371" y="1250696"/>
                    <a:pt x="16184627" y="1265555"/>
                    <a:pt x="16192628" y="1280668"/>
                  </a:cubicBezTo>
                  <a:lnTo>
                    <a:pt x="16170148" y="1292606"/>
                  </a:lnTo>
                  <a:cubicBezTo>
                    <a:pt x="16162274" y="1277747"/>
                    <a:pt x="16154146" y="1263015"/>
                    <a:pt x="16145764" y="1248410"/>
                  </a:cubicBezTo>
                  <a:close/>
                  <a:moveTo>
                    <a:pt x="16193897" y="1338834"/>
                  </a:moveTo>
                  <a:cubicBezTo>
                    <a:pt x="16201390" y="1354074"/>
                    <a:pt x="16208755" y="1369568"/>
                    <a:pt x="16215868" y="1385062"/>
                  </a:cubicBezTo>
                  <a:lnTo>
                    <a:pt x="16192755" y="1395603"/>
                  </a:lnTo>
                  <a:cubicBezTo>
                    <a:pt x="16185769" y="1380363"/>
                    <a:pt x="16178531" y="1365123"/>
                    <a:pt x="16171164" y="1350137"/>
                  </a:cubicBezTo>
                  <a:close/>
                  <a:moveTo>
                    <a:pt x="16213581" y="1443228"/>
                  </a:moveTo>
                  <a:cubicBezTo>
                    <a:pt x="16220186" y="1458976"/>
                    <a:pt x="16226536" y="1474724"/>
                    <a:pt x="16232631" y="1490726"/>
                  </a:cubicBezTo>
                  <a:lnTo>
                    <a:pt x="16208883" y="1499870"/>
                  </a:lnTo>
                  <a:cubicBezTo>
                    <a:pt x="16202914" y="1484122"/>
                    <a:pt x="16196564" y="1468628"/>
                    <a:pt x="16190087" y="1453134"/>
                  </a:cubicBezTo>
                  <a:close/>
                  <a:moveTo>
                    <a:pt x="16226663" y="1548638"/>
                  </a:moveTo>
                  <a:cubicBezTo>
                    <a:pt x="16232252" y="1564767"/>
                    <a:pt x="16237585" y="1580896"/>
                    <a:pt x="16242792" y="1597279"/>
                  </a:cubicBezTo>
                  <a:lnTo>
                    <a:pt x="16218535" y="1604899"/>
                  </a:lnTo>
                  <a:cubicBezTo>
                    <a:pt x="16213456" y="1588770"/>
                    <a:pt x="16208248" y="1572895"/>
                    <a:pt x="16202660" y="1557020"/>
                  </a:cubicBezTo>
                  <a:close/>
                  <a:moveTo>
                    <a:pt x="16233267" y="1654683"/>
                  </a:moveTo>
                  <a:cubicBezTo>
                    <a:pt x="16237839" y="1671066"/>
                    <a:pt x="16242284" y="1687576"/>
                    <a:pt x="16246348" y="1704213"/>
                  </a:cubicBezTo>
                  <a:lnTo>
                    <a:pt x="16221710" y="1710309"/>
                  </a:lnTo>
                  <a:cubicBezTo>
                    <a:pt x="16217646" y="1693926"/>
                    <a:pt x="16213329" y="1677670"/>
                    <a:pt x="16208883" y="1661541"/>
                  </a:cubicBezTo>
                  <a:close/>
                  <a:moveTo>
                    <a:pt x="16233521" y="1760982"/>
                  </a:moveTo>
                  <a:cubicBezTo>
                    <a:pt x="16237078" y="1777619"/>
                    <a:pt x="16240380" y="1794383"/>
                    <a:pt x="16243555" y="1811147"/>
                  </a:cubicBezTo>
                  <a:lnTo>
                    <a:pt x="16218535" y="1815719"/>
                  </a:lnTo>
                  <a:cubicBezTo>
                    <a:pt x="16215487" y="1799209"/>
                    <a:pt x="16212185" y="1782699"/>
                    <a:pt x="16208755" y="1766316"/>
                  </a:cubicBezTo>
                  <a:close/>
                  <a:moveTo>
                    <a:pt x="16227171" y="1867027"/>
                  </a:moveTo>
                  <a:cubicBezTo>
                    <a:pt x="16229711" y="1883791"/>
                    <a:pt x="16231997" y="1900682"/>
                    <a:pt x="16234030" y="1917700"/>
                  </a:cubicBezTo>
                  <a:lnTo>
                    <a:pt x="16208755" y="1920748"/>
                  </a:lnTo>
                  <a:cubicBezTo>
                    <a:pt x="16206724" y="1903984"/>
                    <a:pt x="16204438" y="1887474"/>
                    <a:pt x="16202026" y="1870837"/>
                  </a:cubicBezTo>
                  <a:close/>
                  <a:moveTo>
                    <a:pt x="16214217" y="1972437"/>
                  </a:moveTo>
                  <a:cubicBezTo>
                    <a:pt x="16215741" y="1989328"/>
                    <a:pt x="16217011" y="2006473"/>
                    <a:pt x="16218028" y="2023491"/>
                  </a:cubicBezTo>
                  <a:lnTo>
                    <a:pt x="16192628" y="2025015"/>
                  </a:lnTo>
                  <a:cubicBezTo>
                    <a:pt x="16191611" y="2008124"/>
                    <a:pt x="16190341" y="1991360"/>
                    <a:pt x="16188944" y="1974723"/>
                  </a:cubicBezTo>
                  <a:close/>
                  <a:moveTo>
                    <a:pt x="16194913" y="2076831"/>
                  </a:moveTo>
                  <a:cubicBezTo>
                    <a:pt x="16195421" y="2092960"/>
                    <a:pt x="16195548" y="2109216"/>
                    <a:pt x="16195548" y="2125472"/>
                  </a:cubicBezTo>
                  <a:lnTo>
                    <a:pt x="16182848" y="2125472"/>
                  </a:lnTo>
                  <a:lnTo>
                    <a:pt x="16195548" y="2125472"/>
                  </a:lnTo>
                  <a:lnTo>
                    <a:pt x="16195548" y="2128139"/>
                  </a:lnTo>
                  <a:lnTo>
                    <a:pt x="16170148" y="2128139"/>
                  </a:lnTo>
                  <a:lnTo>
                    <a:pt x="16170148" y="2125472"/>
                  </a:lnTo>
                  <a:cubicBezTo>
                    <a:pt x="16170148" y="2109470"/>
                    <a:pt x="16169894" y="2093468"/>
                    <a:pt x="16169513" y="2077593"/>
                  </a:cubicBezTo>
                  <a:close/>
                  <a:moveTo>
                    <a:pt x="16170148" y="2179701"/>
                  </a:moveTo>
                  <a:lnTo>
                    <a:pt x="16170148" y="2230501"/>
                  </a:lnTo>
                  <a:lnTo>
                    <a:pt x="16144748" y="2230501"/>
                  </a:lnTo>
                  <a:lnTo>
                    <a:pt x="16144748" y="2179701"/>
                  </a:lnTo>
                  <a:close/>
                  <a:moveTo>
                    <a:pt x="16144748" y="2281301"/>
                  </a:moveTo>
                  <a:lnTo>
                    <a:pt x="16144748" y="2332101"/>
                  </a:lnTo>
                  <a:lnTo>
                    <a:pt x="16119348" y="2332101"/>
                  </a:lnTo>
                  <a:lnTo>
                    <a:pt x="16119348" y="2281301"/>
                  </a:lnTo>
                  <a:close/>
                  <a:moveTo>
                    <a:pt x="16119348" y="2382901"/>
                  </a:moveTo>
                  <a:lnTo>
                    <a:pt x="16119348" y="2433701"/>
                  </a:lnTo>
                  <a:lnTo>
                    <a:pt x="16093948" y="2433701"/>
                  </a:lnTo>
                  <a:lnTo>
                    <a:pt x="16093948" y="2382901"/>
                  </a:lnTo>
                  <a:close/>
                  <a:moveTo>
                    <a:pt x="16093948" y="2484501"/>
                  </a:moveTo>
                  <a:lnTo>
                    <a:pt x="16093948" y="2535301"/>
                  </a:lnTo>
                  <a:lnTo>
                    <a:pt x="16068548" y="2535301"/>
                  </a:lnTo>
                  <a:lnTo>
                    <a:pt x="16068548" y="2484501"/>
                  </a:lnTo>
                  <a:close/>
                  <a:moveTo>
                    <a:pt x="16068548" y="2586101"/>
                  </a:moveTo>
                  <a:lnTo>
                    <a:pt x="16068548" y="2636901"/>
                  </a:lnTo>
                  <a:lnTo>
                    <a:pt x="16043148" y="2636901"/>
                  </a:lnTo>
                  <a:lnTo>
                    <a:pt x="16043148" y="2586101"/>
                  </a:lnTo>
                  <a:close/>
                  <a:moveTo>
                    <a:pt x="16043148" y="2687701"/>
                  </a:moveTo>
                  <a:lnTo>
                    <a:pt x="16043148" y="2738501"/>
                  </a:lnTo>
                  <a:lnTo>
                    <a:pt x="16017748" y="2738501"/>
                  </a:lnTo>
                  <a:lnTo>
                    <a:pt x="16017748" y="2687701"/>
                  </a:lnTo>
                  <a:close/>
                  <a:moveTo>
                    <a:pt x="16017748" y="2789301"/>
                  </a:moveTo>
                  <a:lnTo>
                    <a:pt x="16017748" y="2840101"/>
                  </a:lnTo>
                  <a:lnTo>
                    <a:pt x="15992348" y="2840101"/>
                  </a:lnTo>
                  <a:lnTo>
                    <a:pt x="15992348" y="2789301"/>
                  </a:lnTo>
                  <a:close/>
                  <a:moveTo>
                    <a:pt x="15992348" y="2890901"/>
                  </a:moveTo>
                  <a:lnTo>
                    <a:pt x="15992348" y="2941701"/>
                  </a:lnTo>
                  <a:lnTo>
                    <a:pt x="15966948" y="2941701"/>
                  </a:lnTo>
                  <a:lnTo>
                    <a:pt x="15966948" y="2890901"/>
                  </a:lnTo>
                  <a:close/>
                  <a:moveTo>
                    <a:pt x="15966948" y="2992501"/>
                  </a:moveTo>
                  <a:lnTo>
                    <a:pt x="15966948" y="3043301"/>
                  </a:lnTo>
                  <a:lnTo>
                    <a:pt x="15941548" y="3043301"/>
                  </a:lnTo>
                  <a:lnTo>
                    <a:pt x="15941548" y="2992501"/>
                  </a:lnTo>
                  <a:close/>
                  <a:moveTo>
                    <a:pt x="15941548" y="3094101"/>
                  </a:moveTo>
                  <a:lnTo>
                    <a:pt x="15941548" y="3144901"/>
                  </a:lnTo>
                  <a:lnTo>
                    <a:pt x="15916148" y="3144901"/>
                  </a:lnTo>
                  <a:lnTo>
                    <a:pt x="15916148" y="3094101"/>
                  </a:lnTo>
                  <a:close/>
                  <a:moveTo>
                    <a:pt x="15916148" y="3195701"/>
                  </a:moveTo>
                  <a:lnTo>
                    <a:pt x="15916148" y="3246501"/>
                  </a:lnTo>
                  <a:lnTo>
                    <a:pt x="15890748" y="3246501"/>
                  </a:lnTo>
                  <a:lnTo>
                    <a:pt x="15890748" y="3195701"/>
                  </a:lnTo>
                  <a:close/>
                  <a:moveTo>
                    <a:pt x="15890748" y="3297301"/>
                  </a:moveTo>
                  <a:lnTo>
                    <a:pt x="15890748" y="3348101"/>
                  </a:lnTo>
                  <a:lnTo>
                    <a:pt x="15865348" y="3348101"/>
                  </a:lnTo>
                  <a:lnTo>
                    <a:pt x="15865348" y="3297301"/>
                  </a:lnTo>
                  <a:close/>
                  <a:moveTo>
                    <a:pt x="15865348" y="3398901"/>
                  </a:moveTo>
                  <a:lnTo>
                    <a:pt x="15865348" y="3449701"/>
                  </a:lnTo>
                  <a:lnTo>
                    <a:pt x="15839948" y="3449701"/>
                  </a:lnTo>
                  <a:lnTo>
                    <a:pt x="15839948" y="3398901"/>
                  </a:lnTo>
                  <a:close/>
                  <a:moveTo>
                    <a:pt x="15839948" y="3500501"/>
                  </a:moveTo>
                  <a:lnTo>
                    <a:pt x="15839948" y="3551301"/>
                  </a:lnTo>
                  <a:lnTo>
                    <a:pt x="15814548" y="3551301"/>
                  </a:lnTo>
                  <a:lnTo>
                    <a:pt x="15814548" y="3500501"/>
                  </a:lnTo>
                  <a:close/>
                  <a:moveTo>
                    <a:pt x="15814548" y="3602101"/>
                  </a:moveTo>
                  <a:lnTo>
                    <a:pt x="15814548" y="3652901"/>
                  </a:lnTo>
                  <a:lnTo>
                    <a:pt x="15789148" y="3652901"/>
                  </a:lnTo>
                  <a:lnTo>
                    <a:pt x="15789148" y="3602101"/>
                  </a:lnTo>
                  <a:close/>
                  <a:moveTo>
                    <a:pt x="15789148" y="3703701"/>
                  </a:moveTo>
                  <a:lnTo>
                    <a:pt x="15789148" y="3754501"/>
                  </a:lnTo>
                  <a:lnTo>
                    <a:pt x="15763748" y="3754501"/>
                  </a:lnTo>
                  <a:lnTo>
                    <a:pt x="15763748" y="3703701"/>
                  </a:lnTo>
                  <a:close/>
                  <a:moveTo>
                    <a:pt x="15763748" y="3805301"/>
                  </a:moveTo>
                  <a:lnTo>
                    <a:pt x="15763748" y="3856101"/>
                  </a:lnTo>
                  <a:lnTo>
                    <a:pt x="15738348" y="3856101"/>
                  </a:lnTo>
                  <a:lnTo>
                    <a:pt x="15738348" y="3805301"/>
                  </a:lnTo>
                  <a:close/>
                  <a:moveTo>
                    <a:pt x="15738348" y="3906901"/>
                  </a:moveTo>
                  <a:lnTo>
                    <a:pt x="15738348" y="3957701"/>
                  </a:lnTo>
                  <a:lnTo>
                    <a:pt x="15712948" y="3957701"/>
                  </a:lnTo>
                  <a:lnTo>
                    <a:pt x="15712948" y="3906901"/>
                  </a:lnTo>
                  <a:close/>
                  <a:moveTo>
                    <a:pt x="15712948" y="4008501"/>
                  </a:moveTo>
                  <a:lnTo>
                    <a:pt x="15712948" y="4059301"/>
                  </a:lnTo>
                  <a:lnTo>
                    <a:pt x="15687548" y="4059301"/>
                  </a:lnTo>
                  <a:lnTo>
                    <a:pt x="15687548" y="4008501"/>
                  </a:lnTo>
                  <a:close/>
                  <a:moveTo>
                    <a:pt x="15687548" y="4110101"/>
                  </a:moveTo>
                  <a:lnTo>
                    <a:pt x="15687548" y="4160901"/>
                  </a:lnTo>
                  <a:lnTo>
                    <a:pt x="15662148" y="4160901"/>
                  </a:lnTo>
                  <a:lnTo>
                    <a:pt x="15662148" y="4110101"/>
                  </a:lnTo>
                  <a:close/>
                  <a:moveTo>
                    <a:pt x="15662148" y="4211701"/>
                  </a:moveTo>
                  <a:lnTo>
                    <a:pt x="15662148" y="4262501"/>
                  </a:lnTo>
                  <a:lnTo>
                    <a:pt x="15636748" y="4262501"/>
                  </a:lnTo>
                  <a:lnTo>
                    <a:pt x="15636748" y="4211701"/>
                  </a:lnTo>
                  <a:close/>
                  <a:moveTo>
                    <a:pt x="15636748" y="4313301"/>
                  </a:moveTo>
                  <a:lnTo>
                    <a:pt x="15636748" y="4364101"/>
                  </a:lnTo>
                  <a:lnTo>
                    <a:pt x="15611348" y="4364101"/>
                  </a:lnTo>
                  <a:lnTo>
                    <a:pt x="15611348" y="4313301"/>
                  </a:lnTo>
                  <a:close/>
                  <a:moveTo>
                    <a:pt x="15611348" y="4414901"/>
                  </a:moveTo>
                  <a:lnTo>
                    <a:pt x="15611348" y="4465701"/>
                  </a:lnTo>
                  <a:lnTo>
                    <a:pt x="15585948" y="4465701"/>
                  </a:lnTo>
                  <a:lnTo>
                    <a:pt x="15585948" y="4414901"/>
                  </a:lnTo>
                  <a:close/>
                  <a:moveTo>
                    <a:pt x="15585948" y="4516501"/>
                  </a:moveTo>
                  <a:lnTo>
                    <a:pt x="15585948" y="4567301"/>
                  </a:lnTo>
                  <a:lnTo>
                    <a:pt x="15560548" y="4567301"/>
                  </a:lnTo>
                  <a:lnTo>
                    <a:pt x="15560548" y="4516501"/>
                  </a:lnTo>
                  <a:close/>
                  <a:moveTo>
                    <a:pt x="15560548" y="4618101"/>
                  </a:moveTo>
                  <a:lnTo>
                    <a:pt x="15560548" y="4668901"/>
                  </a:lnTo>
                  <a:lnTo>
                    <a:pt x="15535148" y="4668901"/>
                  </a:lnTo>
                  <a:lnTo>
                    <a:pt x="15535148" y="4618101"/>
                  </a:lnTo>
                  <a:close/>
                  <a:moveTo>
                    <a:pt x="15535148" y="4719701"/>
                  </a:moveTo>
                  <a:lnTo>
                    <a:pt x="15535148" y="4770501"/>
                  </a:lnTo>
                  <a:lnTo>
                    <a:pt x="15509748" y="4770501"/>
                  </a:lnTo>
                  <a:lnTo>
                    <a:pt x="15509748" y="4719701"/>
                  </a:lnTo>
                  <a:close/>
                  <a:moveTo>
                    <a:pt x="15509748" y="4821301"/>
                  </a:moveTo>
                  <a:lnTo>
                    <a:pt x="15509748" y="4872101"/>
                  </a:lnTo>
                  <a:lnTo>
                    <a:pt x="15484348" y="4872101"/>
                  </a:lnTo>
                  <a:lnTo>
                    <a:pt x="15484348" y="4821301"/>
                  </a:lnTo>
                  <a:close/>
                  <a:moveTo>
                    <a:pt x="15484348" y="4922901"/>
                  </a:moveTo>
                  <a:lnTo>
                    <a:pt x="15484348" y="4973701"/>
                  </a:lnTo>
                  <a:lnTo>
                    <a:pt x="15458948" y="4973701"/>
                  </a:lnTo>
                  <a:lnTo>
                    <a:pt x="15458948" y="4922901"/>
                  </a:lnTo>
                  <a:close/>
                  <a:moveTo>
                    <a:pt x="15458948" y="5024501"/>
                  </a:moveTo>
                  <a:lnTo>
                    <a:pt x="15458948" y="5075301"/>
                  </a:lnTo>
                  <a:lnTo>
                    <a:pt x="15433548" y="5075301"/>
                  </a:lnTo>
                  <a:lnTo>
                    <a:pt x="15433548" y="5024501"/>
                  </a:lnTo>
                  <a:close/>
                  <a:moveTo>
                    <a:pt x="15433548" y="5126101"/>
                  </a:moveTo>
                  <a:lnTo>
                    <a:pt x="15433548" y="5176901"/>
                  </a:lnTo>
                  <a:lnTo>
                    <a:pt x="15408148" y="5176901"/>
                  </a:lnTo>
                  <a:lnTo>
                    <a:pt x="15408148" y="5126101"/>
                  </a:lnTo>
                  <a:close/>
                  <a:moveTo>
                    <a:pt x="15408148" y="5227701"/>
                  </a:moveTo>
                  <a:lnTo>
                    <a:pt x="15408148" y="5278501"/>
                  </a:lnTo>
                  <a:lnTo>
                    <a:pt x="15382748" y="5278501"/>
                  </a:lnTo>
                  <a:lnTo>
                    <a:pt x="15382748" y="5227701"/>
                  </a:lnTo>
                  <a:close/>
                  <a:moveTo>
                    <a:pt x="15382748" y="5329301"/>
                  </a:moveTo>
                  <a:lnTo>
                    <a:pt x="15382748" y="5380101"/>
                  </a:lnTo>
                  <a:lnTo>
                    <a:pt x="15357348" y="5380101"/>
                  </a:lnTo>
                  <a:lnTo>
                    <a:pt x="15357348" y="5329301"/>
                  </a:lnTo>
                  <a:close/>
                  <a:moveTo>
                    <a:pt x="15357348" y="5430901"/>
                  </a:moveTo>
                  <a:lnTo>
                    <a:pt x="15357348" y="5481701"/>
                  </a:lnTo>
                  <a:lnTo>
                    <a:pt x="15331948" y="5481701"/>
                  </a:lnTo>
                  <a:lnTo>
                    <a:pt x="15331948" y="5430901"/>
                  </a:lnTo>
                  <a:close/>
                  <a:moveTo>
                    <a:pt x="15331948" y="5532501"/>
                  </a:moveTo>
                  <a:lnTo>
                    <a:pt x="15331948" y="5583301"/>
                  </a:lnTo>
                  <a:lnTo>
                    <a:pt x="15306548" y="5583301"/>
                  </a:lnTo>
                  <a:lnTo>
                    <a:pt x="15306548" y="5532501"/>
                  </a:lnTo>
                  <a:close/>
                  <a:moveTo>
                    <a:pt x="15306548" y="5634101"/>
                  </a:moveTo>
                  <a:lnTo>
                    <a:pt x="15306548" y="5684901"/>
                  </a:lnTo>
                  <a:lnTo>
                    <a:pt x="15281148" y="5684901"/>
                  </a:lnTo>
                  <a:lnTo>
                    <a:pt x="15281148" y="5634101"/>
                  </a:lnTo>
                  <a:close/>
                  <a:moveTo>
                    <a:pt x="15281148" y="5735701"/>
                  </a:moveTo>
                  <a:lnTo>
                    <a:pt x="15281148" y="5786501"/>
                  </a:lnTo>
                  <a:lnTo>
                    <a:pt x="15255748" y="5786501"/>
                  </a:lnTo>
                  <a:lnTo>
                    <a:pt x="15255748" y="5735701"/>
                  </a:lnTo>
                  <a:close/>
                  <a:moveTo>
                    <a:pt x="15255748" y="5837301"/>
                  </a:moveTo>
                  <a:lnTo>
                    <a:pt x="15255748" y="5888101"/>
                  </a:lnTo>
                  <a:lnTo>
                    <a:pt x="15230348" y="5888101"/>
                  </a:lnTo>
                  <a:lnTo>
                    <a:pt x="15230348" y="5837301"/>
                  </a:lnTo>
                  <a:close/>
                  <a:moveTo>
                    <a:pt x="15230348" y="5938901"/>
                  </a:moveTo>
                  <a:lnTo>
                    <a:pt x="15230348" y="5989701"/>
                  </a:lnTo>
                  <a:lnTo>
                    <a:pt x="15204948" y="5989701"/>
                  </a:lnTo>
                  <a:lnTo>
                    <a:pt x="15204948" y="5938901"/>
                  </a:lnTo>
                  <a:close/>
                  <a:moveTo>
                    <a:pt x="15204948" y="6040501"/>
                  </a:moveTo>
                  <a:lnTo>
                    <a:pt x="15204948" y="6091301"/>
                  </a:lnTo>
                  <a:lnTo>
                    <a:pt x="15179548" y="6091301"/>
                  </a:lnTo>
                  <a:lnTo>
                    <a:pt x="15179548" y="6040501"/>
                  </a:lnTo>
                  <a:close/>
                  <a:moveTo>
                    <a:pt x="15179548" y="6142101"/>
                  </a:moveTo>
                  <a:lnTo>
                    <a:pt x="15179548" y="6192901"/>
                  </a:lnTo>
                  <a:lnTo>
                    <a:pt x="15154148" y="6192901"/>
                  </a:lnTo>
                  <a:lnTo>
                    <a:pt x="15154148" y="6142101"/>
                  </a:lnTo>
                  <a:close/>
                  <a:moveTo>
                    <a:pt x="15154148" y="6243701"/>
                  </a:moveTo>
                  <a:lnTo>
                    <a:pt x="15154148" y="6294501"/>
                  </a:lnTo>
                  <a:lnTo>
                    <a:pt x="15128748" y="6294501"/>
                  </a:lnTo>
                  <a:lnTo>
                    <a:pt x="15128748" y="6243701"/>
                  </a:lnTo>
                  <a:close/>
                  <a:moveTo>
                    <a:pt x="15128748" y="6345301"/>
                  </a:moveTo>
                  <a:lnTo>
                    <a:pt x="15128748" y="6396101"/>
                  </a:lnTo>
                  <a:lnTo>
                    <a:pt x="15103348" y="6396101"/>
                  </a:lnTo>
                  <a:lnTo>
                    <a:pt x="15103348" y="6345301"/>
                  </a:lnTo>
                  <a:close/>
                  <a:moveTo>
                    <a:pt x="15103348" y="6446901"/>
                  </a:moveTo>
                  <a:lnTo>
                    <a:pt x="15103348" y="6497701"/>
                  </a:lnTo>
                  <a:lnTo>
                    <a:pt x="15077948" y="6497701"/>
                  </a:lnTo>
                  <a:lnTo>
                    <a:pt x="15077948" y="6446901"/>
                  </a:lnTo>
                  <a:close/>
                  <a:moveTo>
                    <a:pt x="15077948" y="6548501"/>
                  </a:moveTo>
                  <a:lnTo>
                    <a:pt x="15077948" y="6599301"/>
                  </a:lnTo>
                  <a:lnTo>
                    <a:pt x="15052548" y="6599301"/>
                  </a:lnTo>
                  <a:lnTo>
                    <a:pt x="15052548" y="6548501"/>
                  </a:lnTo>
                  <a:close/>
                  <a:moveTo>
                    <a:pt x="15052548" y="6650101"/>
                  </a:moveTo>
                  <a:lnTo>
                    <a:pt x="15052548" y="6700901"/>
                  </a:lnTo>
                  <a:lnTo>
                    <a:pt x="15027148" y="6700901"/>
                  </a:lnTo>
                  <a:lnTo>
                    <a:pt x="15027148" y="6650101"/>
                  </a:lnTo>
                  <a:close/>
                  <a:moveTo>
                    <a:pt x="15027148" y="6751701"/>
                  </a:moveTo>
                  <a:lnTo>
                    <a:pt x="15027148" y="6802501"/>
                  </a:lnTo>
                  <a:lnTo>
                    <a:pt x="15001748" y="6802501"/>
                  </a:lnTo>
                  <a:lnTo>
                    <a:pt x="15001748" y="6751701"/>
                  </a:lnTo>
                  <a:close/>
                  <a:moveTo>
                    <a:pt x="15001748" y="6853301"/>
                  </a:moveTo>
                  <a:lnTo>
                    <a:pt x="15001748" y="6904101"/>
                  </a:lnTo>
                  <a:lnTo>
                    <a:pt x="14976348" y="6904101"/>
                  </a:lnTo>
                  <a:lnTo>
                    <a:pt x="14976348" y="6853301"/>
                  </a:lnTo>
                  <a:close/>
                  <a:moveTo>
                    <a:pt x="14976348" y="6954901"/>
                  </a:moveTo>
                  <a:lnTo>
                    <a:pt x="14976348" y="7005701"/>
                  </a:lnTo>
                  <a:lnTo>
                    <a:pt x="14950948" y="7005701"/>
                  </a:lnTo>
                  <a:lnTo>
                    <a:pt x="14950948" y="6954901"/>
                  </a:lnTo>
                  <a:close/>
                  <a:moveTo>
                    <a:pt x="14950948" y="7056501"/>
                  </a:moveTo>
                  <a:lnTo>
                    <a:pt x="14950948" y="7107301"/>
                  </a:lnTo>
                  <a:lnTo>
                    <a:pt x="14925548" y="7107301"/>
                  </a:lnTo>
                  <a:lnTo>
                    <a:pt x="14925548" y="7056501"/>
                  </a:lnTo>
                  <a:close/>
                  <a:moveTo>
                    <a:pt x="14925548" y="7158101"/>
                  </a:moveTo>
                  <a:lnTo>
                    <a:pt x="14925548" y="7208901"/>
                  </a:lnTo>
                  <a:lnTo>
                    <a:pt x="14900148" y="7208901"/>
                  </a:lnTo>
                  <a:lnTo>
                    <a:pt x="14900148" y="7158101"/>
                  </a:lnTo>
                  <a:close/>
                  <a:moveTo>
                    <a:pt x="14900148" y="7259701"/>
                  </a:moveTo>
                  <a:lnTo>
                    <a:pt x="14900148" y="7310501"/>
                  </a:lnTo>
                  <a:lnTo>
                    <a:pt x="14874748" y="7310501"/>
                  </a:lnTo>
                  <a:lnTo>
                    <a:pt x="14874748" y="7259701"/>
                  </a:lnTo>
                  <a:close/>
                  <a:moveTo>
                    <a:pt x="14874748" y="7361301"/>
                  </a:moveTo>
                  <a:lnTo>
                    <a:pt x="14874748" y="7412101"/>
                  </a:lnTo>
                  <a:lnTo>
                    <a:pt x="14849348" y="7412101"/>
                  </a:lnTo>
                  <a:lnTo>
                    <a:pt x="14849348" y="7361301"/>
                  </a:lnTo>
                  <a:close/>
                  <a:moveTo>
                    <a:pt x="14849348" y="7462901"/>
                  </a:moveTo>
                  <a:lnTo>
                    <a:pt x="14849348" y="7513701"/>
                  </a:lnTo>
                  <a:lnTo>
                    <a:pt x="14823948" y="7513701"/>
                  </a:lnTo>
                  <a:lnTo>
                    <a:pt x="14823948" y="7462901"/>
                  </a:lnTo>
                  <a:close/>
                  <a:moveTo>
                    <a:pt x="14823948" y="7564501"/>
                  </a:moveTo>
                  <a:lnTo>
                    <a:pt x="14823948" y="7615301"/>
                  </a:lnTo>
                  <a:lnTo>
                    <a:pt x="14798548" y="7615301"/>
                  </a:lnTo>
                  <a:lnTo>
                    <a:pt x="14798548" y="7564501"/>
                  </a:lnTo>
                  <a:close/>
                  <a:moveTo>
                    <a:pt x="14798548" y="7666101"/>
                  </a:moveTo>
                  <a:lnTo>
                    <a:pt x="14798548" y="7716901"/>
                  </a:lnTo>
                  <a:lnTo>
                    <a:pt x="14773148" y="7716901"/>
                  </a:lnTo>
                  <a:lnTo>
                    <a:pt x="14773148" y="7666101"/>
                  </a:lnTo>
                  <a:close/>
                  <a:moveTo>
                    <a:pt x="14773148" y="7767701"/>
                  </a:moveTo>
                  <a:lnTo>
                    <a:pt x="14773148" y="7818501"/>
                  </a:lnTo>
                  <a:lnTo>
                    <a:pt x="14747748" y="7818501"/>
                  </a:lnTo>
                  <a:lnTo>
                    <a:pt x="14747748" y="7767701"/>
                  </a:lnTo>
                  <a:close/>
                  <a:moveTo>
                    <a:pt x="14747748" y="7869301"/>
                  </a:moveTo>
                  <a:lnTo>
                    <a:pt x="14747748" y="7920101"/>
                  </a:lnTo>
                  <a:lnTo>
                    <a:pt x="14722348" y="7920101"/>
                  </a:lnTo>
                  <a:lnTo>
                    <a:pt x="14722348" y="7869301"/>
                  </a:lnTo>
                  <a:close/>
                  <a:moveTo>
                    <a:pt x="14722348" y="7970901"/>
                  </a:moveTo>
                  <a:lnTo>
                    <a:pt x="14722348" y="8021701"/>
                  </a:lnTo>
                  <a:lnTo>
                    <a:pt x="14696948" y="8021701"/>
                  </a:lnTo>
                  <a:lnTo>
                    <a:pt x="14696948" y="7970901"/>
                  </a:lnTo>
                  <a:close/>
                  <a:moveTo>
                    <a:pt x="14696948" y="8072501"/>
                  </a:moveTo>
                  <a:lnTo>
                    <a:pt x="14696948" y="8123301"/>
                  </a:lnTo>
                  <a:lnTo>
                    <a:pt x="14671548" y="8123301"/>
                  </a:lnTo>
                  <a:lnTo>
                    <a:pt x="14671548" y="8072501"/>
                  </a:lnTo>
                  <a:close/>
                  <a:moveTo>
                    <a:pt x="14671548" y="8174101"/>
                  </a:moveTo>
                  <a:lnTo>
                    <a:pt x="14671548" y="8224901"/>
                  </a:lnTo>
                  <a:lnTo>
                    <a:pt x="14646148" y="8224901"/>
                  </a:lnTo>
                  <a:lnTo>
                    <a:pt x="14646148" y="8174101"/>
                  </a:lnTo>
                  <a:close/>
                  <a:moveTo>
                    <a:pt x="14646148" y="8275701"/>
                  </a:moveTo>
                  <a:lnTo>
                    <a:pt x="14646148" y="8326501"/>
                  </a:lnTo>
                  <a:lnTo>
                    <a:pt x="14620748" y="8326501"/>
                  </a:lnTo>
                  <a:lnTo>
                    <a:pt x="14620748" y="8275701"/>
                  </a:lnTo>
                  <a:close/>
                  <a:moveTo>
                    <a:pt x="14620748" y="8377301"/>
                  </a:moveTo>
                  <a:lnTo>
                    <a:pt x="14620748" y="8428101"/>
                  </a:lnTo>
                  <a:lnTo>
                    <a:pt x="14595348" y="8428101"/>
                  </a:lnTo>
                  <a:lnTo>
                    <a:pt x="14595348" y="8377301"/>
                  </a:lnTo>
                  <a:close/>
                  <a:moveTo>
                    <a:pt x="14595348" y="8478901"/>
                  </a:moveTo>
                  <a:lnTo>
                    <a:pt x="14595348" y="8529701"/>
                  </a:lnTo>
                  <a:lnTo>
                    <a:pt x="14569948" y="8529701"/>
                  </a:lnTo>
                  <a:lnTo>
                    <a:pt x="14569948" y="8478901"/>
                  </a:lnTo>
                  <a:close/>
                  <a:moveTo>
                    <a:pt x="14569948" y="8580501"/>
                  </a:moveTo>
                  <a:lnTo>
                    <a:pt x="14569948" y="8631301"/>
                  </a:lnTo>
                  <a:lnTo>
                    <a:pt x="14544548" y="8631301"/>
                  </a:lnTo>
                  <a:lnTo>
                    <a:pt x="14544548" y="8580501"/>
                  </a:lnTo>
                  <a:close/>
                  <a:moveTo>
                    <a:pt x="14544548" y="8682101"/>
                  </a:moveTo>
                  <a:lnTo>
                    <a:pt x="14544548" y="8732901"/>
                  </a:lnTo>
                  <a:lnTo>
                    <a:pt x="14519148" y="8732901"/>
                  </a:lnTo>
                  <a:lnTo>
                    <a:pt x="14519148" y="8682101"/>
                  </a:lnTo>
                  <a:close/>
                  <a:moveTo>
                    <a:pt x="14519148" y="8783701"/>
                  </a:moveTo>
                  <a:lnTo>
                    <a:pt x="14519148" y="8788146"/>
                  </a:lnTo>
                  <a:lnTo>
                    <a:pt x="14506448" y="8788146"/>
                  </a:lnTo>
                  <a:lnTo>
                    <a:pt x="14519148" y="8788146"/>
                  </a:lnTo>
                  <a:cubicBezTo>
                    <a:pt x="14519148" y="8803767"/>
                    <a:pt x="14518894" y="8819388"/>
                    <a:pt x="14518513" y="8834882"/>
                  </a:cubicBezTo>
                  <a:lnTo>
                    <a:pt x="14493113" y="8834247"/>
                  </a:lnTo>
                  <a:cubicBezTo>
                    <a:pt x="14493494" y="8818880"/>
                    <a:pt x="14493748" y="8803640"/>
                    <a:pt x="14493748" y="8788146"/>
                  </a:cubicBezTo>
                  <a:lnTo>
                    <a:pt x="14493748" y="8783701"/>
                  </a:lnTo>
                  <a:close/>
                  <a:moveTo>
                    <a:pt x="14490954" y="8886063"/>
                  </a:moveTo>
                  <a:cubicBezTo>
                    <a:pt x="14489938" y="8903208"/>
                    <a:pt x="14488668" y="8920226"/>
                    <a:pt x="14487271" y="8937117"/>
                  </a:cubicBezTo>
                  <a:lnTo>
                    <a:pt x="14461998" y="8934831"/>
                  </a:lnTo>
                  <a:cubicBezTo>
                    <a:pt x="14463522" y="8918194"/>
                    <a:pt x="14464665" y="8901303"/>
                    <a:pt x="14465681" y="8884539"/>
                  </a:cubicBezTo>
                  <a:close/>
                  <a:moveTo>
                    <a:pt x="14456664" y="8986520"/>
                  </a:moveTo>
                  <a:cubicBezTo>
                    <a:pt x="14454632" y="9003538"/>
                    <a:pt x="14452346" y="9020429"/>
                    <a:pt x="14449806" y="9037193"/>
                  </a:cubicBezTo>
                  <a:lnTo>
                    <a:pt x="14424660" y="9033383"/>
                  </a:lnTo>
                  <a:cubicBezTo>
                    <a:pt x="14427200" y="9016873"/>
                    <a:pt x="14429359" y="9000236"/>
                    <a:pt x="14431391" y="8983472"/>
                  </a:cubicBezTo>
                  <a:close/>
                  <a:moveTo>
                    <a:pt x="14416151" y="9084691"/>
                  </a:moveTo>
                  <a:cubicBezTo>
                    <a:pt x="14413103" y="9101455"/>
                    <a:pt x="14409801" y="9118219"/>
                    <a:pt x="14406245" y="9134856"/>
                  </a:cubicBezTo>
                  <a:lnTo>
                    <a:pt x="14381353" y="9129522"/>
                  </a:lnTo>
                  <a:cubicBezTo>
                    <a:pt x="14384909" y="9113139"/>
                    <a:pt x="14388084" y="9096629"/>
                    <a:pt x="14391132" y="9080119"/>
                  </a:cubicBezTo>
                  <a:close/>
                  <a:moveTo>
                    <a:pt x="14369669" y="9180195"/>
                  </a:moveTo>
                  <a:cubicBezTo>
                    <a:pt x="14365605" y="9196832"/>
                    <a:pt x="14361287" y="9213342"/>
                    <a:pt x="14356715" y="9229725"/>
                  </a:cubicBezTo>
                  <a:lnTo>
                    <a:pt x="14332204" y="9222867"/>
                  </a:lnTo>
                  <a:cubicBezTo>
                    <a:pt x="14336776" y="9206738"/>
                    <a:pt x="14340967" y="9190482"/>
                    <a:pt x="14345031" y="9174099"/>
                  </a:cubicBezTo>
                  <a:close/>
                  <a:moveTo>
                    <a:pt x="14317472" y="9272651"/>
                  </a:moveTo>
                  <a:cubicBezTo>
                    <a:pt x="14312392" y="9289034"/>
                    <a:pt x="14307058" y="9305163"/>
                    <a:pt x="14301470" y="9321292"/>
                  </a:cubicBezTo>
                  <a:lnTo>
                    <a:pt x="14277467" y="9312910"/>
                  </a:lnTo>
                  <a:cubicBezTo>
                    <a:pt x="14282928" y="9297035"/>
                    <a:pt x="14288262" y="9281033"/>
                    <a:pt x="14293215" y="9265031"/>
                  </a:cubicBezTo>
                  <a:close/>
                  <a:moveTo>
                    <a:pt x="14259687" y="9361805"/>
                  </a:moveTo>
                  <a:cubicBezTo>
                    <a:pt x="14253591" y="9377807"/>
                    <a:pt x="14247241" y="9393555"/>
                    <a:pt x="14240637" y="9409303"/>
                  </a:cubicBezTo>
                  <a:lnTo>
                    <a:pt x="14217142" y="9399524"/>
                  </a:lnTo>
                  <a:cubicBezTo>
                    <a:pt x="14223619" y="9384030"/>
                    <a:pt x="14229842" y="9368409"/>
                    <a:pt x="14235811" y="9352788"/>
                  </a:cubicBezTo>
                  <a:close/>
                  <a:moveTo>
                    <a:pt x="14196314" y="9447276"/>
                  </a:moveTo>
                  <a:cubicBezTo>
                    <a:pt x="14189202" y="9462770"/>
                    <a:pt x="14181963" y="9478264"/>
                    <a:pt x="14174470" y="9493504"/>
                  </a:cubicBezTo>
                  <a:lnTo>
                    <a:pt x="14151737" y="9482328"/>
                  </a:lnTo>
                  <a:cubicBezTo>
                    <a:pt x="14159103" y="9467215"/>
                    <a:pt x="14166342" y="9452102"/>
                    <a:pt x="14173327" y="9436735"/>
                  </a:cubicBezTo>
                  <a:close/>
                  <a:moveTo>
                    <a:pt x="14128115" y="9528556"/>
                  </a:moveTo>
                  <a:cubicBezTo>
                    <a:pt x="14120114" y="9543669"/>
                    <a:pt x="14111859" y="9558655"/>
                    <a:pt x="14103477" y="9573387"/>
                  </a:cubicBezTo>
                  <a:lnTo>
                    <a:pt x="14081379" y="9560814"/>
                  </a:lnTo>
                  <a:cubicBezTo>
                    <a:pt x="14089761" y="9546209"/>
                    <a:pt x="14097762" y="9531477"/>
                    <a:pt x="14105763" y="9516618"/>
                  </a:cubicBezTo>
                  <a:close/>
                  <a:moveTo>
                    <a:pt x="14054963" y="9605645"/>
                  </a:moveTo>
                  <a:cubicBezTo>
                    <a:pt x="14046073" y="9620250"/>
                    <a:pt x="14036929" y="9634601"/>
                    <a:pt x="14027658" y="9648825"/>
                  </a:cubicBezTo>
                  <a:lnTo>
                    <a:pt x="14006449" y="9634855"/>
                  </a:lnTo>
                  <a:cubicBezTo>
                    <a:pt x="14015593" y="9620758"/>
                    <a:pt x="14024610" y="9606661"/>
                    <a:pt x="14033373" y="9592310"/>
                  </a:cubicBezTo>
                  <a:close/>
                  <a:moveTo>
                    <a:pt x="13977366" y="9677908"/>
                  </a:moveTo>
                  <a:cubicBezTo>
                    <a:pt x="13967587" y="9691878"/>
                    <a:pt x="13957554" y="9705721"/>
                    <a:pt x="13947394" y="9719437"/>
                  </a:cubicBezTo>
                  <a:lnTo>
                    <a:pt x="13927074" y="9704324"/>
                  </a:lnTo>
                  <a:cubicBezTo>
                    <a:pt x="13937107" y="9690862"/>
                    <a:pt x="13947013" y="9677273"/>
                    <a:pt x="13956538" y="9663430"/>
                  </a:cubicBezTo>
                  <a:close/>
                  <a:moveTo>
                    <a:pt x="13895324" y="9745472"/>
                  </a:moveTo>
                  <a:cubicBezTo>
                    <a:pt x="13884783" y="9758807"/>
                    <a:pt x="13873861" y="9772015"/>
                    <a:pt x="13862939" y="9785096"/>
                  </a:cubicBezTo>
                  <a:lnTo>
                    <a:pt x="13843508" y="9768713"/>
                  </a:lnTo>
                  <a:cubicBezTo>
                    <a:pt x="13854303" y="9755886"/>
                    <a:pt x="13864971" y="9742932"/>
                    <a:pt x="13875385" y="9729724"/>
                  </a:cubicBezTo>
                  <a:close/>
                  <a:moveTo>
                    <a:pt x="13809345" y="9807956"/>
                  </a:moveTo>
                  <a:cubicBezTo>
                    <a:pt x="13797915" y="9820656"/>
                    <a:pt x="13786358" y="9833229"/>
                    <a:pt x="13774547" y="9845548"/>
                  </a:cubicBezTo>
                  <a:lnTo>
                    <a:pt x="13756132" y="9828022"/>
                  </a:lnTo>
                  <a:cubicBezTo>
                    <a:pt x="13767689" y="9815830"/>
                    <a:pt x="13779119" y="9803511"/>
                    <a:pt x="13790422" y="9791065"/>
                  </a:cubicBezTo>
                  <a:close/>
                  <a:moveTo>
                    <a:pt x="13719810" y="9865106"/>
                  </a:moveTo>
                  <a:cubicBezTo>
                    <a:pt x="13707618" y="9877044"/>
                    <a:pt x="13695299" y="9888855"/>
                    <a:pt x="13682853" y="9900539"/>
                  </a:cubicBezTo>
                  <a:lnTo>
                    <a:pt x="13665581" y="9881997"/>
                  </a:lnTo>
                  <a:cubicBezTo>
                    <a:pt x="13677900" y="9870567"/>
                    <a:pt x="13689965" y="9858883"/>
                    <a:pt x="13702030" y="9847072"/>
                  </a:cubicBezTo>
                  <a:close/>
                  <a:moveTo>
                    <a:pt x="13627100" y="9916795"/>
                  </a:moveTo>
                  <a:cubicBezTo>
                    <a:pt x="13614273" y="9927971"/>
                    <a:pt x="13601192" y="9939020"/>
                    <a:pt x="13588111" y="9949942"/>
                  </a:cubicBezTo>
                  <a:lnTo>
                    <a:pt x="13571982" y="9930384"/>
                  </a:lnTo>
                  <a:cubicBezTo>
                    <a:pt x="13584936" y="9919716"/>
                    <a:pt x="13597763" y="9908794"/>
                    <a:pt x="13610463" y="9897745"/>
                  </a:cubicBezTo>
                  <a:close/>
                  <a:moveTo>
                    <a:pt x="13531469" y="9962769"/>
                  </a:moveTo>
                  <a:cubicBezTo>
                    <a:pt x="13518007" y="9973183"/>
                    <a:pt x="13504291" y="9983470"/>
                    <a:pt x="13490575" y="9993503"/>
                  </a:cubicBezTo>
                  <a:lnTo>
                    <a:pt x="13475716" y="9972929"/>
                  </a:lnTo>
                  <a:cubicBezTo>
                    <a:pt x="13489305" y="9963023"/>
                    <a:pt x="13502767" y="9952990"/>
                    <a:pt x="13516102" y="9942703"/>
                  </a:cubicBezTo>
                  <a:close/>
                  <a:moveTo>
                    <a:pt x="13433298" y="10002901"/>
                  </a:moveTo>
                  <a:cubicBezTo>
                    <a:pt x="13419201" y="10012426"/>
                    <a:pt x="13404977" y="10021824"/>
                    <a:pt x="13390626" y="10030968"/>
                  </a:cubicBezTo>
                  <a:lnTo>
                    <a:pt x="13377037" y="10009505"/>
                  </a:lnTo>
                  <a:cubicBezTo>
                    <a:pt x="13391261" y="10000488"/>
                    <a:pt x="13405231" y="9991217"/>
                    <a:pt x="13419074" y="9981819"/>
                  </a:cubicBezTo>
                  <a:close/>
                  <a:moveTo>
                    <a:pt x="13332841" y="10036810"/>
                  </a:moveTo>
                  <a:cubicBezTo>
                    <a:pt x="13318236" y="10045573"/>
                    <a:pt x="13303377" y="10054082"/>
                    <a:pt x="13288391" y="10062337"/>
                  </a:cubicBezTo>
                  <a:lnTo>
                    <a:pt x="13276072" y="10040112"/>
                  </a:lnTo>
                  <a:cubicBezTo>
                    <a:pt x="13290804" y="10031984"/>
                    <a:pt x="13305409" y="10023602"/>
                    <a:pt x="13319887" y="10014966"/>
                  </a:cubicBezTo>
                  <a:close/>
                  <a:moveTo>
                    <a:pt x="13230352" y="10064623"/>
                  </a:moveTo>
                  <a:cubicBezTo>
                    <a:pt x="13215239" y="10072497"/>
                    <a:pt x="13199872" y="10079990"/>
                    <a:pt x="13184505" y="10087356"/>
                  </a:cubicBezTo>
                  <a:lnTo>
                    <a:pt x="13173583" y="10064496"/>
                  </a:lnTo>
                  <a:cubicBezTo>
                    <a:pt x="13188823" y="10057257"/>
                    <a:pt x="13203809" y="10049764"/>
                    <a:pt x="13218795" y="10042017"/>
                  </a:cubicBezTo>
                  <a:close/>
                  <a:moveTo>
                    <a:pt x="13126466" y="10086086"/>
                  </a:moveTo>
                  <a:cubicBezTo>
                    <a:pt x="13110845" y="10092944"/>
                    <a:pt x="13095097" y="10099548"/>
                    <a:pt x="13079349" y="10106025"/>
                  </a:cubicBezTo>
                  <a:lnTo>
                    <a:pt x="13069824" y="10082530"/>
                  </a:lnTo>
                  <a:cubicBezTo>
                    <a:pt x="13085445" y="10076180"/>
                    <a:pt x="13100939" y="10069703"/>
                    <a:pt x="13116306" y="10062845"/>
                  </a:cubicBezTo>
                  <a:close/>
                  <a:moveTo>
                    <a:pt x="13021437" y="10101326"/>
                  </a:moveTo>
                  <a:cubicBezTo>
                    <a:pt x="13005435" y="10107295"/>
                    <a:pt x="12989433" y="10112883"/>
                    <a:pt x="12973177" y="10118344"/>
                  </a:cubicBezTo>
                  <a:lnTo>
                    <a:pt x="12965049" y="10094214"/>
                  </a:lnTo>
                  <a:cubicBezTo>
                    <a:pt x="12981051" y="10088880"/>
                    <a:pt x="12996799" y="10083292"/>
                    <a:pt x="13012547" y="10077450"/>
                  </a:cubicBezTo>
                  <a:close/>
                  <a:moveTo>
                    <a:pt x="12915519" y="10109962"/>
                  </a:moveTo>
                  <a:cubicBezTo>
                    <a:pt x="12899263" y="10114915"/>
                    <a:pt x="12882880" y="10119614"/>
                    <a:pt x="12866370" y="10124059"/>
                  </a:cubicBezTo>
                  <a:lnTo>
                    <a:pt x="12859766" y="10099548"/>
                  </a:lnTo>
                  <a:cubicBezTo>
                    <a:pt x="12876022" y="10095230"/>
                    <a:pt x="12892151" y="10090531"/>
                    <a:pt x="12908280" y="10085705"/>
                  </a:cubicBezTo>
                  <a:close/>
                  <a:moveTo>
                    <a:pt x="12809474" y="10112248"/>
                  </a:moveTo>
                  <a:cubicBezTo>
                    <a:pt x="12792837" y="10116185"/>
                    <a:pt x="12776200" y="10119868"/>
                    <a:pt x="12759436" y="10123297"/>
                  </a:cubicBezTo>
                  <a:lnTo>
                    <a:pt x="12754356" y="10098405"/>
                  </a:lnTo>
                  <a:cubicBezTo>
                    <a:pt x="12770866" y="10094976"/>
                    <a:pt x="12787249" y="10091420"/>
                    <a:pt x="12803632" y="10087483"/>
                  </a:cubicBezTo>
                  <a:close/>
                  <a:moveTo>
                    <a:pt x="12703429" y="10108057"/>
                  </a:moveTo>
                  <a:cubicBezTo>
                    <a:pt x="12686665" y="10110978"/>
                    <a:pt x="12669774" y="10113645"/>
                    <a:pt x="12652883" y="10116058"/>
                  </a:cubicBezTo>
                  <a:lnTo>
                    <a:pt x="12649327" y="10090912"/>
                  </a:lnTo>
                  <a:cubicBezTo>
                    <a:pt x="12665964" y="10088499"/>
                    <a:pt x="12682601" y="10085959"/>
                    <a:pt x="12699111" y="10083038"/>
                  </a:cubicBezTo>
                  <a:close/>
                  <a:moveTo>
                    <a:pt x="12597765" y="10097389"/>
                  </a:moveTo>
                  <a:cubicBezTo>
                    <a:pt x="12580874" y="10099294"/>
                    <a:pt x="12563856" y="10100945"/>
                    <a:pt x="12546838" y="10102342"/>
                  </a:cubicBezTo>
                  <a:lnTo>
                    <a:pt x="12544806" y="10077069"/>
                  </a:lnTo>
                  <a:cubicBezTo>
                    <a:pt x="12561570" y="10075672"/>
                    <a:pt x="12578334" y="10074148"/>
                    <a:pt x="12594971" y="10072243"/>
                  </a:cubicBezTo>
                  <a:close/>
                  <a:moveTo>
                    <a:pt x="12492863" y="10080498"/>
                  </a:moveTo>
                  <a:cubicBezTo>
                    <a:pt x="12475972" y="10081387"/>
                    <a:pt x="12458954" y="10082022"/>
                    <a:pt x="12441809" y="10082276"/>
                  </a:cubicBezTo>
                  <a:lnTo>
                    <a:pt x="12441301" y="10056876"/>
                  </a:lnTo>
                  <a:cubicBezTo>
                    <a:pt x="12458065" y="10056495"/>
                    <a:pt x="12474829" y="10055860"/>
                    <a:pt x="12491593" y="10055098"/>
                  </a:cubicBezTo>
                  <a:close/>
                  <a:moveTo>
                    <a:pt x="12389358" y="10057384"/>
                  </a:moveTo>
                  <a:lnTo>
                    <a:pt x="12338558" y="10057384"/>
                  </a:lnTo>
                  <a:lnTo>
                    <a:pt x="12338558" y="10031984"/>
                  </a:lnTo>
                  <a:lnTo>
                    <a:pt x="12389358" y="10031984"/>
                  </a:lnTo>
                  <a:close/>
                  <a:moveTo>
                    <a:pt x="12287758" y="10031984"/>
                  </a:moveTo>
                  <a:lnTo>
                    <a:pt x="12236958" y="10031984"/>
                  </a:lnTo>
                  <a:lnTo>
                    <a:pt x="12236958" y="10006584"/>
                  </a:lnTo>
                  <a:lnTo>
                    <a:pt x="12287758" y="10006584"/>
                  </a:lnTo>
                  <a:close/>
                  <a:moveTo>
                    <a:pt x="12186158" y="10006584"/>
                  </a:moveTo>
                  <a:lnTo>
                    <a:pt x="12135358" y="10006584"/>
                  </a:lnTo>
                  <a:lnTo>
                    <a:pt x="12135358" y="9981184"/>
                  </a:lnTo>
                  <a:lnTo>
                    <a:pt x="12186158" y="9981184"/>
                  </a:lnTo>
                  <a:close/>
                  <a:moveTo>
                    <a:pt x="12084558" y="9981184"/>
                  </a:moveTo>
                  <a:lnTo>
                    <a:pt x="12033758" y="9981184"/>
                  </a:lnTo>
                  <a:lnTo>
                    <a:pt x="12033758" y="9955784"/>
                  </a:lnTo>
                  <a:lnTo>
                    <a:pt x="12084558" y="9955784"/>
                  </a:lnTo>
                  <a:close/>
                  <a:moveTo>
                    <a:pt x="11982958" y="9955784"/>
                  </a:moveTo>
                  <a:lnTo>
                    <a:pt x="11932158" y="9955784"/>
                  </a:lnTo>
                  <a:lnTo>
                    <a:pt x="11932158" y="9930384"/>
                  </a:lnTo>
                  <a:lnTo>
                    <a:pt x="11982958" y="9930384"/>
                  </a:lnTo>
                  <a:close/>
                  <a:moveTo>
                    <a:pt x="11881358" y="9930384"/>
                  </a:moveTo>
                  <a:lnTo>
                    <a:pt x="11830558" y="9930384"/>
                  </a:lnTo>
                  <a:lnTo>
                    <a:pt x="11830558" y="9904984"/>
                  </a:lnTo>
                  <a:lnTo>
                    <a:pt x="11881358" y="9904984"/>
                  </a:lnTo>
                  <a:close/>
                  <a:moveTo>
                    <a:pt x="11779758" y="9904984"/>
                  </a:moveTo>
                  <a:lnTo>
                    <a:pt x="11728958" y="9904984"/>
                  </a:lnTo>
                  <a:lnTo>
                    <a:pt x="11728958" y="9879584"/>
                  </a:lnTo>
                  <a:lnTo>
                    <a:pt x="11779758" y="9879584"/>
                  </a:lnTo>
                  <a:close/>
                  <a:moveTo>
                    <a:pt x="11678158" y="9879584"/>
                  </a:moveTo>
                  <a:lnTo>
                    <a:pt x="11627358" y="9879584"/>
                  </a:lnTo>
                  <a:lnTo>
                    <a:pt x="11627358" y="9854184"/>
                  </a:lnTo>
                  <a:lnTo>
                    <a:pt x="11678158" y="9854184"/>
                  </a:lnTo>
                  <a:close/>
                  <a:moveTo>
                    <a:pt x="11576558" y="9854184"/>
                  </a:moveTo>
                  <a:lnTo>
                    <a:pt x="11525758" y="9854184"/>
                  </a:lnTo>
                  <a:lnTo>
                    <a:pt x="11525758" y="9828784"/>
                  </a:lnTo>
                  <a:lnTo>
                    <a:pt x="11576558" y="9828784"/>
                  </a:lnTo>
                  <a:close/>
                  <a:moveTo>
                    <a:pt x="11474958" y="9828784"/>
                  </a:moveTo>
                  <a:lnTo>
                    <a:pt x="11424158" y="9828784"/>
                  </a:lnTo>
                  <a:lnTo>
                    <a:pt x="11424158" y="9803384"/>
                  </a:lnTo>
                  <a:lnTo>
                    <a:pt x="11474958" y="9803384"/>
                  </a:lnTo>
                  <a:close/>
                  <a:moveTo>
                    <a:pt x="11373358" y="9803384"/>
                  </a:moveTo>
                  <a:lnTo>
                    <a:pt x="11322558" y="9803384"/>
                  </a:lnTo>
                  <a:lnTo>
                    <a:pt x="11322558" y="9777984"/>
                  </a:lnTo>
                  <a:lnTo>
                    <a:pt x="11373358" y="9777984"/>
                  </a:lnTo>
                  <a:close/>
                  <a:moveTo>
                    <a:pt x="11271758" y="9777984"/>
                  </a:moveTo>
                  <a:lnTo>
                    <a:pt x="11220958" y="9777984"/>
                  </a:lnTo>
                  <a:lnTo>
                    <a:pt x="11220958" y="9752584"/>
                  </a:lnTo>
                  <a:lnTo>
                    <a:pt x="11271758" y="9752584"/>
                  </a:lnTo>
                  <a:close/>
                  <a:moveTo>
                    <a:pt x="11170158" y="9752584"/>
                  </a:moveTo>
                  <a:lnTo>
                    <a:pt x="11119358" y="9752584"/>
                  </a:lnTo>
                  <a:lnTo>
                    <a:pt x="11119358" y="9727184"/>
                  </a:lnTo>
                  <a:lnTo>
                    <a:pt x="11170158" y="9727184"/>
                  </a:lnTo>
                  <a:close/>
                  <a:moveTo>
                    <a:pt x="11068558" y="9727184"/>
                  </a:moveTo>
                  <a:lnTo>
                    <a:pt x="11017758" y="9727184"/>
                  </a:lnTo>
                  <a:lnTo>
                    <a:pt x="11017758" y="9701784"/>
                  </a:lnTo>
                  <a:lnTo>
                    <a:pt x="11068558" y="9701784"/>
                  </a:lnTo>
                  <a:close/>
                  <a:moveTo>
                    <a:pt x="10966958" y="9701784"/>
                  </a:moveTo>
                  <a:lnTo>
                    <a:pt x="10916158" y="9701784"/>
                  </a:lnTo>
                  <a:lnTo>
                    <a:pt x="10916158" y="9676384"/>
                  </a:lnTo>
                  <a:lnTo>
                    <a:pt x="10966958" y="9676384"/>
                  </a:lnTo>
                  <a:close/>
                  <a:moveTo>
                    <a:pt x="10865358" y="9676384"/>
                  </a:moveTo>
                  <a:lnTo>
                    <a:pt x="10814558" y="9676384"/>
                  </a:lnTo>
                  <a:lnTo>
                    <a:pt x="10814558" y="9650984"/>
                  </a:lnTo>
                  <a:lnTo>
                    <a:pt x="10865358" y="9650984"/>
                  </a:lnTo>
                  <a:close/>
                  <a:moveTo>
                    <a:pt x="10763758" y="9650984"/>
                  </a:moveTo>
                  <a:lnTo>
                    <a:pt x="10712958" y="9650984"/>
                  </a:lnTo>
                  <a:lnTo>
                    <a:pt x="10712958" y="9625584"/>
                  </a:lnTo>
                  <a:lnTo>
                    <a:pt x="10763758" y="9625584"/>
                  </a:lnTo>
                  <a:close/>
                  <a:moveTo>
                    <a:pt x="10662158" y="9625584"/>
                  </a:moveTo>
                  <a:lnTo>
                    <a:pt x="10611358" y="9625584"/>
                  </a:lnTo>
                  <a:lnTo>
                    <a:pt x="10611358" y="9600184"/>
                  </a:lnTo>
                  <a:lnTo>
                    <a:pt x="10662158" y="9600184"/>
                  </a:lnTo>
                  <a:close/>
                  <a:moveTo>
                    <a:pt x="10560558" y="9600184"/>
                  </a:moveTo>
                  <a:lnTo>
                    <a:pt x="10509758" y="9600184"/>
                  </a:lnTo>
                  <a:lnTo>
                    <a:pt x="10509758" y="9574784"/>
                  </a:lnTo>
                  <a:lnTo>
                    <a:pt x="10560558" y="9574784"/>
                  </a:lnTo>
                  <a:close/>
                  <a:moveTo>
                    <a:pt x="10458958" y="9574784"/>
                  </a:moveTo>
                  <a:lnTo>
                    <a:pt x="10408158" y="9574784"/>
                  </a:lnTo>
                  <a:lnTo>
                    <a:pt x="10408158" y="9549384"/>
                  </a:lnTo>
                  <a:lnTo>
                    <a:pt x="10458958" y="9549384"/>
                  </a:lnTo>
                  <a:close/>
                  <a:moveTo>
                    <a:pt x="10357358" y="9549384"/>
                  </a:moveTo>
                  <a:lnTo>
                    <a:pt x="10306558" y="9549384"/>
                  </a:lnTo>
                  <a:lnTo>
                    <a:pt x="10306558" y="9523984"/>
                  </a:lnTo>
                  <a:lnTo>
                    <a:pt x="10357358" y="9523984"/>
                  </a:lnTo>
                  <a:close/>
                  <a:moveTo>
                    <a:pt x="10255758" y="9523984"/>
                  </a:moveTo>
                  <a:lnTo>
                    <a:pt x="10204958" y="9523984"/>
                  </a:lnTo>
                  <a:lnTo>
                    <a:pt x="10204958" y="9498584"/>
                  </a:lnTo>
                  <a:lnTo>
                    <a:pt x="10255758" y="9498584"/>
                  </a:lnTo>
                  <a:close/>
                  <a:moveTo>
                    <a:pt x="10154158" y="9498584"/>
                  </a:moveTo>
                  <a:lnTo>
                    <a:pt x="10103358" y="9498584"/>
                  </a:lnTo>
                  <a:lnTo>
                    <a:pt x="10103358" y="9473184"/>
                  </a:lnTo>
                  <a:lnTo>
                    <a:pt x="10154158" y="9473184"/>
                  </a:lnTo>
                  <a:close/>
                  <a:moveTo>
                    <a:pt x="10052558" y="9473184"/>
                  </a:moveTo>
                  <a:lnTo>
                    <a:pt x="10001758" y="9473184"/>
                  </a:lnTo>
                  <a:lnTo>
                    <a:pt x="10001758" y="9447784"/>
                  </a:lnTo>
                  <a:lnTo>
                    <a:pt x="10052558" y="9447784"/>
                  </a:lnTo>
                  <a:close/>
                  <a:moveTo>
                    <a:pt x="9950958" y="9447784"/>
                  </a:moveTo>
                  <a:lnTo>
                    <a:pt x="9900158" y="9447784"/>
                  </a:lnTo>
                  <a:lnTo>
                    <a:pt x="9900158" y="9422384"/>
                  </a:lnTo>
                  <a:lnTo>
                    <a:pt x="9950958" y="9422384"/>
                  </a:lnTo>
                  <a:close/>
                  <a:moveTo>
                    <a:pt x="9849358" y="9422384"/>
                  </a:moveTo>
                  <a:lnTo>
                    <a:pt x="9798558" y="9422384"/>
                  </a:lnTo>
                  <a:lnTo>
                    <a:pt x="9798558" y="9396984"/>
                  </a:lnTo>
                  <a:lnTo>
                    <a:pt x="9849358" y="9396984"/>
                  </a:lnTo>
                  <a:close/>
                  <a:moveTo>
                    <a:pt x="9747758" y="9396984"/>
                  </a:moveTo>
                  <a:lnTo>
                    <a:pt x="9696958" y="9396984"/>
                  </a:lnTo>
                  <a:lnTo>
                    <a:pt x="9696958" y="9371584"/>
                  </a:lnTo>
                  <a:lnTo>
                    <a:pt x="9747758" y="9371584"/>
                  </a:lnTo>
                  <a:close/>
                  <a:moveTo>
                    <a:pt x="9646158" y="9371584"/>
                  </a:moveTo>
                  <a:lnTo>
                    <a:pt x="9595358" y="9371584"/>
                  </a:lnTo>
                  <a:lnTo>
                    <a:pt x="9595358" y="9346184"/>
                  </a:lnTo>
                  <a:lnTo>
                    <a:pt x="9646158" y="9346184"/>
                  </a:lnTo>
                  <a:close/>
                  <a:moveTo>
                    <a:pt x="9544558" y="9346184"/>
                  </a:moveTo>
                  <a:lnTo>
                    <a:pt x="9493758" y="9346184"/>
                  </a:lnTo>
                  <a:lnTo>
                    <a:pt x="9493758" y="9320784"/>
                  </a:lnTo>
                  <a:lnTo>
                    <a:pt x="9544558" y="9320784"/>
                  </a:lnTo>
                  <a:close/>
                  <a:moveTo>
                    <a:pt x="9442958" y="9320784"/>
                  </a:moveTo>
                  <a:lnTo>
                    <a:pt x="9392158" y="9320784"/>
                  </a:lnTo>
                  <a:lnTo>
                    <a:pt x="9392158" y="9295384"/>
                  </a:lnTo>
                  <a:lnTo>
                    <a:pt x="9442958" y="9295384"/>
                  </a:lnTo>
                  <a:close/>
                  <a:moveTo>
                    <a:pt x="9341358" y="9295384"/>
                  </a:moveTo>
                  <a:lnTo>
                    <a:pt x="9290558" y="9295384"/>
                  </a:lnTo>
                  <a:lnTo>
                    <a:pt x="9290558" y="9269984"/>
                  </a:lnTo>
                  <a:lnTo>
                    <a:pt x="9341358" y="9269984"/>
                  </a:lnTo>
                  <a:close/>
                  <a:moveTo>
                    <a:pt x="9239758" y="9269984"/>
                  </a:moveTo>
                  <a:lnTo>
                    <a:pt x="9188958" y="9269984"/>
                  </a:lnTo>
                  <a:lnTo>
                    <a:pt x="9188958" y="9244584"/>
                  </a:lnTo>
                  <a:lnTo>
                    <a:pt x="9239758" y="9244584"/>
                  </a:lnTo>
                  <a:close/>
                  <a:moveTo>
                    <a:pt x="9138158" y="9244584"/>
                  </a:moveTo>
                  <a:lnTo>
                    <a:pt x="9087358" y="9244584"/>
                  </a:lnTo>
                  <a:lnTo>
                    <a:pt x="9087358" y="9219184"/>
                  </a:lnTo>
                  <a:lnTo>
                    <a:pt x="9138158" y="9219184"/>
                  </a:lnTo>
                  <a:close/>
                  <a:moveTo>
                    <a:pt x="9036558" y="9219184"/>
                  </a:moveTo>
                  <a:lnTo>
                    <a:pt x="8985758" y="9219184"/>
                  </a:lnTo>
                  <a:lnTo>
                    <a:pt x="8985758" y="9193784"/>
                  </a:lnTo>
                  <a:lnTo>
                    <a:pt x="9036558" y="9193784"/>
                  </a:lnTo>
                  <a:close/>
                  <a:moveTo>
                    <a:pt x="8934958" y="9193784"/>
                  </a:moveTo>
                  <a:lnTo>
                    <a:pt x="8884158" y="9193784"/>
                  </a:lnTo>
                  <a:lnTo>
                    <a:pt x="8884158" y="9168384"/>
                  </a:lnTo>
                  <a:lnTo>
                    <a:pt x="8934958" y="9168384"/>
                  </a:lnTo>
                  <a:close/>
                  <a:moveTo>
                    <a:pt x="8833358" y="9168384"/>
                  </a:moveTo>
                  <a:lnTo>
                    <a:pt x="8782558" y="9168384"/>
                  </a:lnTo>
                  <a:lnTo>
                    <a:pt x="8782558" y="9142984"/>
                  </a:lnTo>
                  <a:lnTo>
                    <a:pt x="8833358" y="9142984"/>
                  </a:lnTo>
                  <a:close/>
                  <a:moveTo>
                    <a:pt x="8731758" y="9142984"/>
                  </a:moveTo>
                  <a:lnTo>
                    <a:pt x="8680958" y="9142984"/>
                  </a:lnTo>
                  <a:lnTo>
                    <a:pt x="8680958" y="9117584"/>
                  </a:lnTo>
                  <a:lnTo>
                    <a:pt x="8731758" y="9117584"/>
                  </a:lnTo>
                  <a:close/>
                  <a:moveTo>
                    <a:pt x="8630158" y="9117584"/>
                  </a:moveTo>
                  <a:lnTo>
                    <a:pt x="8579358" y="9117584"/>
                  </a:lnTo>
                  <a:lnTo>
                    <a:pt x="8579358" y="9092184"/>
                  </a:lnTo>
                  <a:lnTo>
                    <a:pt x="8630158" y="9092184"/>
                  </a:lnTo>
                  <a:close/>
                  <a:moveTo>
                    <a:pt x="8528558" y="9092184"/>
                  </a:moveTo>
                  <a:lnTo>
                    <a:pt x="8477758" y="9092184"/>
                  </a:lnTo>
                  <a:lnTo>
                    <a:pt x="8477758" y="9066784"/>
                  </a:lnTo>
                  <a:lnTo>
                    <a:pt x="8528558" y="9066784"/>
                  </a:lnTo>
                  <a:close/>
                  <a:moveTo>
                    <a:pt x="8426958" y="9066784"/>
                  </a:moveTo>
                  <a:lnTo>
                    <a:pt x="8376158" y="9066784"/>
                  </a:lnTo>
                  <a:lnTo>
                    <a:pt x="8376158" y="9041384"/>
                  </a:lnTo>
                  <a:lnTo>
                    <a:pt x="8426958" y="9041384"/>
                  </a:lnTo>
                  <a:close/>
                  <a:moveTo>
                    <a:pt x="8325358" y="9041384"/>
                  </a:moveTo>
                  <a:lnTo>
                    <a:pt x="8274558" y="9041384"/>
                  </a:lnTo>
                  <a:lnTo>
                    <a:pt x="8274558" y="9015984"/>
                  </a:lnTo>
                  <a:lnTo>
                    <a:pt x="8325358" y="9015984"/>
                  </a:lnTo>
                  <a:close/>
                  <a:moveTo>
                    <a:pt x="8223758" y="9015984"/>
                  </a:moveTo>
                  <a:lnTo>
                    <a:pt x="8172958" y="9015984"/>
                  </a:lnTo>
                  <a:lnTo>
                    <a:pt x="8172958" y="8990584"/>
                  </a:lnTo>
                  <a:lnTo>
                    <a:pt x="8223758" y="8990584"/>
                  </a:lnTo>
                  <a:close/>
                  <a:moveTo>
                    <a:pt x="8122158" y="8990584"/>
                  </a:moveTo>
                  <a:lnTo>
                    <a:pt x="8071358" y="8990584"/>
                  </a:lnTo>
                  <a:lnTo>
                    <a:pt x="8071358" y="8965184"/>
                  </a:lnTo>
                  <a:lnTo>
                    <a:pt x="8122158" y="8965184"/>
                  </a:lnTo>
                  <a:close/>
                  <a:moveTo>
                    <a:pt x="8020558" y="8965184"/>
                  </a:moveTo>
                  <a:lnTo>
                    <a:pt x="7969758" y="8965184"/>
                  </a:lnTo>
                  <a:lnTo>
                    <a:pt x="7969758" y="8939784"/>
                  </a:lnTo>
                  <a:lnTo>
                    <a:pt x="8020558" y="8939784"/>
                  </a:lnTo>
                  <a:close/>
                  <a:moveTo>
                    <a:pt x="7918958" y="8939784"/>
                  </a:moveTo>
                  <a:lnTo>
                    <a:pt x="7868158" y="8939784"/>
                  </a:lnTo>
                  <a:lnTo>
                    <a:pt x="7868158" y="8914384"/>
                  </a:lnTo>
                  <a:lnTo>
                    <a:pt x="7918958" y="8914384"/>
                  </a:lnTo>
                  <a:close/>
                  <a:moveTo>
                    <a:pt x="7817358" y="8914384"/>
                  </a:moveTo>
                  <a:lnTo>
                    <a:pt x="7766558" y="8914384"/>
                  </a:lnTo>
                  <a:lnTo>
                    <a:pt x="7766558" y="8888984"/>
                  </a:lnTo>
                  <a:lnTo>
                    <a:pt x="7817358" y="8888984"/>
                  </a:lnTo>
                  <a:close/>
                  <a:moveTo>
                    <a:pt x="7715758" y="8888984"/>
                  </a:moveTo>
                  <a:lnTo>
                    <a:pt x="7664958" y="8888984"/>
                  </a:lnTo>
                  <a:lnTo>
                    <a:pt x="7664958" y="8863584"/>
                  </a:lnTo>
                  <a:lnTo>
                    <a:pt x="7715758" y="8863584"/>
                  </a:lnTo>
                  <a:close/>
                  <a:moveTo>
                    <a:pt x="7614158" y="8863584"/>
                  </a:moveTo>
                  <a:lnTo>
                    <a:pt x="7563358" y="8863584"/>
                  </a:lnTo>
                  <a:lnTo>
                    <a:pt x="7563358" y="8838184"/>
                  </a:lnTo>
                  <a:lnTo>
                    <a:pt x="7614158" y="8838184"/>
                  </a:lnTo>
                  <a:close/>
                  <a:moveTo>
                    <a:pt x="7512558" y="8838184"/>
                  </a:moveTo>
                  <a:lnTo>
                    <a:pt x="7461758" y="8838184"/>
                  </a:lnTo>
                  <a:lnTo>
                    <a:pt x="7461758" y="8812784"/>
                  </a:lnTo>
                  <a:lnTo>
                    <a:pt x="7512558" y="8812784"/>
                  </a:lnTo>
                  <a:close/>
                  <a:moveTo>
                    <a:pt x="7410958" y="8812784"/>
                  </a:moveTo>
                  <a:lnTo>
                    <a:pt x="7360158" y="8812784"/>
                  </a:lnTo>
                  <a:lnTo>
                    <a:pt x="7360158" y="8787384"/>
                  </a:lnTo>
                  <a:lnTo>
                    <a:pt x="7410958" y="8787384"/>
                  </a:lnTo>
                  <a:close/>
                  <a:moveTo>
                    <a:pt x="7309358" y="8787384"/>
                  </a:moveTo>
                  <a:lnTo>
                    <a:pt x="7258558" y="8787384"/>
                  </a:lnTo>
                  <a:lnTo>
                    <a:pt x="7258558" y="8761984"/>
                  </a:lnTo>
                  <a:lnTo>
                    <a:pt x="7309358" y="8761984"/>
                  </a:lnTo>
                  <a:close/>
                  <a:moveTo>
                    <a:pt x="7207758" y="8761984"/>
                  </a:moveTo>
                  <a:lnTo>
                    <a:pt x="7156958" y="8761984"/>
                  </a:lnTo>
                  <a:lnTo>
                    <a:pt x="7156958" y="8736584"/>
                  </a:lnTo>
                  <a:lnTo>
                    <a:pt x="7207758" y="8736584"/>
                  </a:lnTo>
                  <a:close/>
                  <a:moveTo>
                    <a:pt x="7106158" y="8736584"/>
                  </a:moveTo>
                  <a:lnTo>
                    <a:pt x="7055358" y="8736584"/>
                  </a:lnTo>
                  <a:lnTo>
                    <a:pt x="7055358" y="8711184"/>
                  </a:lnTo>
                  <a:lnTo>
                    <a:pt x="7106158" y="8711184"/>
                  </a:lnTo>
                  <a:close/>
                  <a:moveTo>
                    <a:pt x="7004558" y="8711184"/>
                  </a:moveTo>
                  <a:lnTo>
                    <a:pt x="6953758" y="8711184"/>
                  </a:lnTo>
                  <a:lnTo>
                    <a:pt x="6953758" y="8685784"/>
                  </a:lnTo>
                  <a:lnTo>
                    <a:pt x="7004558" y="8685784"/>
                  </a:lnTo>
                  <a:close/>
                  <a:moveTo>
                    <a:pt x="6902958" y="8685784"/>
                  </a:moveTo>
                  <a:lnTo>
                    <a:pt x="6852158" y="8685784"/>
                  </a:lnTo>
                  <a:lnTo>
                    <a:pt x="6852158" y="8660384"/>
                  </a:lnTo>
                  <a:lnTo>
                    <a:pt x="6902958" y="8660384"/>
                  </a:lnTo>
                  <a:close/>
                  <a:moveTo>
                    <a:pt x="6801358" y="8660384"/>
                  </a:moveTo>
                  <a:lnTo>
                    <a:pt x="6750558" y="8660384"/>
                  </a:lnTo>
                  <a:lnTo>
                    <a:pt x="6750558" y="8634984"/>
                  </a:lnTo>
                  <a:lnTo>
                    <a:pt x="6801358" y="8634984"/>
                  </a:lnTo>
                  <a:close/>
                  <a:moveTo>
                    <a:pt x="6699758" y="8634984"/>
                  </a:moveTo>
                  <a:lnTo>
                    <a:pt x="6648958" y="8634984"/>
                  </a:lnTo>
                  <a:lnTo>
                    <a:pt x="6648958" y="8609584"/>
                  </a:lnTo>
                  <a:lnTo>
                    <a:pt x="6699758" y="8609584"/>
                  </a:lnTo>
                  <a:close/>
                  <a:moveTo>
                    <a:pt x="6598158" y="8609584"/>
                  </a:moveTo>
                  <a:lnTo>
                    <a:pt x="6547358" y="8609584"/>
                  </a:lnTo>
                  <a:lnTo>
                    <a:pt x="6547358" y="8584184"/>
                  </a:lnTo>
                  <a:lnTo>
                    <a:pt x="6598158" y="8584184"/>
                  </a:lnTo>
                  <a:close/>
                  <a:moveTo>
                    <a:pt x="6496558" y="8584184"/>
                  </a:moveTo>
                  <a:lnTo>
                    <a:pt x="6445758" y="8584184"/>
                  </a:lnTo>
                  <a:lnTo>
                    <a:pt x="6445758" y="8558784"/>
                  </a:lnTo>
                  <a:lnTo>
                    <a:pt x="6496558" y="8558784"/>
                  </a:lnTo>
                  <a:close/>
                  <a:moveTo>
                    <a:pt x="6394958" y="8558784"/>
                  </a:moveTo>
                  <a:lnTo>
                    <a:pt x="6344158" y="8558784"/>
                  </a:lnTo>
                  <a:lnTo>
                    <a:pt x="6344158" y="8533384"/>
                  </a:lnTo>
                  <a:lnTo>
                    <a:pt x="6394958" y="8533384"/>
                  </a:lnTo>
                  <a:close/>
                  <a:moveTo>
                    <a:pt x="6293358" y="8533384"/>
                  </a:moveTo>
                  <a:lnTo>
                    <a:pt x="6242558" y="8533384"/>
                  </a:lnTo>
                  <a:lnTo>
                    <a:pt x="6242558" y="8507984"/>
                  </a:lnTo>
                  <a:lnTo>
                    <a:pt x="6293358" y="8507984"/>
                  </a:lnTo>
                  <a:close/>
                  <a:moveTo>
                    <a:pt x="6191758" y="8507984"/>
                  </a:moveTo>
                  <a:lnTo>
                    <a:pt x="6140958" y="8507984"/>
                  </a:lnTo>
                  <a:lnTo>
                    <a:pt x="6140958" y="8482584"/>
                  </a:lnTo>
                  <a:lnTo>
                    <a:pt x="6191758" y="8482584"/>
                  </a:lnTo>
                  <a:close/>
                  <a:moveTo>
                    <a:pt x="6090158" y="8482584"/>
                  </a:moveTo>
                  <a:lnTo>
                    <a:pt x="6039358" y="8482584"/>
                  </a:lnTo>
                  <a:lnTo>
                    <a:pt x="6039358" y="8457184"/>
                  </a:lnTo>
                  <a:lnTo>
                    <a:pt x="6090158" y="8457184"/>
                  </a:lnTo>
                  <a:close/>
                  <a:moveTo>
                    <a:pt x="5988558" y="8457184"/>
                  </a:moveTo>
                  <a:lnTo>
                    <a:pt x="5937758" y="8457184"/>
                  </a:lnTo>
                  <a:lnTo>
                    <a:pt x="5937758" y="8431784"/>
                  </a:lnTo>
                  <a:lnTo>
                    <a:pt x="5988558" y="8431784"/>
                  </a:lnTo>
                  <a:close/>
                  <a:moveTo>
                    <a:pt x="5886958" y="8431784"/>
                  </a:moveTo>
                  <a:lnTo>
                    <a:pt x="5836158" y="8431784"/>
                  </a:lnTo>
                  <a:lnTo>
                    <a:pt x="5836158" y="8406384"/>
                  </a:lnTo>
                  <a:lnTo>
                    <a:pt x="5886958" y="8406384"/>
                  </a:lnTo>
                  <a:close/>
                  <a:moveTo>
                    <a:pt x="5785358" y="8406384"/>
                  </a:moveTo>
                  <a:lnTo>
                    <a:pt x="5734558" y="8406384"/>
                  </a:lnTo>
                  <a:lnTo>
                    <a:pt x="5734558" y="8380984"/>
                  </a:lnTo>
                  <a:lnTo>
                    <a:pt x="5785358" y="8380984"/>
                  </a:lnTo>
                  <a:close/>
                  <a:moveTo>
                    <a:pt x="5683758" y="8380984"/>
                  </a:moveTo>
                  <a:lnTo>
                    <a:pt x="5632958" y="8380984"/>
                  </a:lnTo>
                  <a:lnTo>
                    <a:pt x="5632958" y="8355584"/>
                  </a:lnTo>
                  <a:lnTo>
                    <a:pt x="5683758" y="8355584"/>
                  </a:lnTo>
                  <a:close/>
                  <a:moveTo>
                    <a:pt x="5582158" y="8355584"/>
                  </a:moveTo>
                  <a:lnTo>
                    <a:pt x="5531358" y="8355584"/>
                  </a:lnTo>
                  <a:lnTo>
                    <a:pt x="5531358" y="8330184"/>
                  </a:lnTo>
                  <a:lnTo>
                    <a:pt x="5582158" y="8330184"/>
                  </a:lnTo>
                  <a:close/>
                  <a:moveTo>
                    <a:pt x="5480558" y="8330184"/>
                  </a:moveTo>
                  <a:lnTo>
                    <a:pt x="5429758" y="8330184"/>
                  </a:lnTo>
                  <a:lnTo>
                    <a:pt x="5429758" y="8304784"/>
                  </a:lnTo>
                  <a:lnTo>
                    <a:pt x="5480558" y="8304784"/>
                  </a:lnTo>
                  <a:close/>
                  <a:moveTo>
                    <a:pt x="5378958" y="8304784"/>
                  </a:moveTo>
                  <a:lnTo>
                    <a:pt x="5328158" y="8304784"/>
                  </a:lnTo>
                  <a:lnTo>
                    <a:pt x="5328158" y="8279384"/>
                  </a:lnTo>
                  <a:lnTo>
                    <a:pt x="5378958" y="8279384"/>
                  </a:lnTo>
                  <a:close/>
                  <a:moveTo>
                    <a:pt x="5277358" y="8279384"/>
                  </a:moveTo>
                  <a:lnTo>
                    <a:pt x="5226558" y="8279384"/>
                  </a:lnTo>
                  <a:lnTo>
                    <a:pt x="5226558" y="8253984"/>
                  </a:lnTo>
                  <a:lnTo>
                    <a:pt x="5277358" y="8253984"/>
                  </a:lnTo>
                  <a:close/>
                  <a:moveTo>
                    <a:pt x="5175758" y="8253984"/>
                  </a:moveTo>
                  <a:lnTo>
                    <a:pt x="5124958" y="8253984"/>
                  </a:lnTo>
                  <a:lnTo>
                    <a:pt x="5124958" y="8228584"/>
                  </a:lnTo>
                  <a:lnTo>
                    <a:pt x="5175758" y="8228584"/>
                  </a:lnTo>
                  <a:close/>
                  <a:moveTo>
                    <a:pt x="5074158" y="8228584"/>
                  </a:moveTo>
                  <a:lnTo>
                    <a:pt x="5023358" y="8228584"/>
                  </a:lnTo>
                  <a:lnTo>
                    <a:pt x="5023358" y="8203184"/>
                  </a:lnTo>
                  <a:lnTo>
                    <a:pt x="5074158" y="8203184"/>
                  </a:lnTo>
                  <a:close/>
                  <a:moveTo>
                    <a:pt x="4972558" y="8203184"/>
                  </a:moveTo>
                  <a:lnTo>
                    <a:pt x="4921758" y="8203184"/>
                  </a:lnTo>
                  <a:lnTo>
                    <a:pt x="4921758" y="8177784"/>
                  </a:lnTo>
                  <a:lnTo>
                    <a:pt x="4972558" y="8177784"/>
                  </a:lnTo>
                  <a:close/>
                  <a:moveTo>
                    <a:pt x="4870958" y="8177784"/>
                  </a:moveTo>
                  <a:lnTo>
                    <a:pt x="4820158" y="8177784"/>
                  </a:lnTo>
                  <a:lnTo>
                    <a:pt x="4820158" y="8152384"/>
                  </a:lnTo>
                  <a:lnTo>
                    <a:pt x="4870958" y="8152384"/>
                  </a:lnTo>
                  <a:close/>
                  <a:moveTo>
                    <a:pt x="4769358" y="8152384"/>
                  </a:moveTo>
                  <a:lnTo>
                    <a:pt x="4718558" y="8152384"/>
                  </a:lnTo>
                  <a:lnTo>
                    <a:pt x="4718558" y="8126984"/>
                  </a:lnTo>
                  <a:lnTo>
                    <a:pt x="4769358" y="8126984"/>
                  </a:lnTo>
                  <a:close/>
                  <a:moveTo>
                    <a:pt x="4667758" y="8126984"/>
                  </a:moveTo>
                  <a:lnTo>
                    <a:pt x="4616958" y="8126984"/>
                  </a:lnTo>
                  <a:lnTo>
                    <a:pt x="4616958" y="8101584"/>
                  </a:lnTo>
                  <a:lnTo>
                    <a:pt x="4667758" y="8101584"/>
                  </a:lnTo>
                  <a:close/>
                  <a:moveTo>
                    <a:pt x="4566158" y="8101584"/>
                  </a:moveTo>
                  <a:lnTo>
                    <a:pt x="4515358" y="8101584"/>
                  </a:lnTo>
                  <a:lnTo>
                    <a:pt x="4515358" y="8076184"/>
                  </a:lnTo>
                  <a:lnTo>
                    <a:pt x="4566158" y="8076184"/>
                  </a:lnTo>
                  <a:close/>
                  <a:moveTo>
                    <a:pt x="4464558" y="8076184"/>
                  </a:moveTo>
                  <a:lnTo>
                    <a:pt x="4413758" y="8076184"/>
                  </a:lnTo>
                  <a:lnTo>
                    <a:pt x="4413758" y="8050784"/>
                  </a:lnTo>
                  <a:lnTo>
                    <a:pt x="4464558" y="8050784"/>
                  </a:lnTo>
                  <a:close/>
                  <a:moveTo>
                    <a:pt x="4362958" y="8050784"/>
                  </a:moveTo>
                  <a:lnTo>
                    <a:pt x="4312158" y="8050784"/>
                  </a:lnTo>
                  <a:lnTo>
                    <a:pt x="4312158" y="8025384"/>
                  </a:lnTo>
                  <a:lnTo>
                    <a:pt x="4362958" y="8025384"/>
                  </a:lnTo>
                  <a:close/>
                  <a:moveTo>
                    <a:pt x="4261358" y="8025384"/>
                  </a:moveTo>
                  <a:lnTo>
                    <a:pt x="4210558" y="8025384"/>
                  </a:lnTo>
                  <a:lnTo>
                    <a:pt x="4210558" y="7999984"/>
                  </a:lnTo>
                  <a:lnTo>
                    <a:pt x="4261358" y="7999984"/>
                  </a:lnTo>
                  <a:close/>
                  <a:moveTo>
                    <a:pt x="4159758" y="7999984"/>
                  </a:moveTo>
                  <a:lnTo>
                    <a:pt x="4108958" y="7999984"/>
                  </a:lnTo>
                  <a:lnTo>
                    <a:pt x="4108958" y="7974584"/>
                  </a:lnTo>
                  <a:lnTo>
                    <a:pt x="4159758" y="7974584"/>
                  </a:lnTo>
                  <a:close/>
                  <a:moveTo>
                    <a:pt x="4058158" y="7974584"/>
                  </a:moveTo>
                  <a:lnTo>
                    <a:pt x="4007358" y="7974584"/>
                  </a:lnTo>
                  <a:lnTo>
                    <a:pt x="4007358" y="7949184"/>
                  </a:lnTo>
                  <a:lnTo>
                    <a:pt x="4058158" y="7949184"/>
                  </a:lnTo>
                  <a:close/>
                  <a:moveTo>
                    <a:pt x="3956558" y="7949184"/>
                  </a:moveTo>
                  <a:lnTo>
                    <a:pt x="3905758" y="7949184"/>
                  </a:lnTo>
                  <a:lnTo>
                    <a:pt x="3905758" y="7923784"/>
                  </a:lnTo>
                  <a:lnTo>
                    <a:pt x="3956558" y="7923784"/>
                  </a:lnTo>
                  <a:close/>
                  <a:moveTo>
                    <a:pt x="3854958" y="7923784"/>
                  </a:moveTo>
                  <a:lnTo>
                    <a:pt x="3804158" y="7923784"/>
                  </a:lnTo>
                  <a:lnTo>
                    <a:pt x="3804158" y="7898384"/>
                  </a:lnTo>
                  <a:lnTo>
                    <a:pt x="3854958" y="7898384"/>
                  </a:lnTo>
                  <a:close/>
                  <a:moveTo>
                    <a:pt x="3753358" y="7898384"/>
                  </a:moveTo>
                  <a:lnTo>
                    <a:pt x="3702558" y="7898384"/>
                  </a:lnTo>
                  <a:lnTo>
                    <a:pt x="3702558" y="7872984"/>
                  </a:lnTo>
                  <a:lnTo>
                    <a:pt x="3753358" y="7872984"/>
                  </a:lnTo>
                  <a:close/>
                  <a:moveTo>
                    <a:pt x="3651758" y="7872984"/>
                  </a:moveTo>
                  <a:lnTo>
                    <a:pt x="3600958" y="7872984"/>
                  </a:lnTo>
                  <a:lnTo>
                    <a:pt x="3600958" y="7847584"/>
                  </a:lnTo>
                  <a:lnTo>
                    <a:pt x="3651758" y="7847584"/>
                  </a:lnTo>
                  <a:close/>
                  <a:moveTo>
                    <a:pt x="3550158" y="7847584"/>
                  </a:moveTo>
                  <a:lnTo>
                    <a:pt x="3499358" y="7847584"/>
                  </a:lnTo>
                  <a:lnTo>
                    <a:pt x="3499358" y="7822184"/>
                  </a:lnTo>
                  <a:lnTo>
                    <a:pt x="3550158" y="7822184"/>
                  </a:lnTo>
                  <a:close/>
                  <a:moveTo>
                    <a:pt x="3448558" y="7822184"/>
                  </a:moveTo>
                  <a:lnTo>
                    <a:pt x="3397758" y="7822184"/>
                  </a:lnTo>
                  <a:lnTo>
                    <a:pt x="3397758" y="7796784"/>
                  </a:lnTo>
                  <a:lnTo>
                    <a:pt x="3448558" y="7796784"/>
                  </a:lnTo>
                  <a:close/>
                  <a:moveTo>
                    <a:pt x="3346958" y="7796784"/>
                  </a:moveTo>
                  <a:lnTo>
                    <a:pt x="3296158" y="7796784"/>
                  </a:lnTo>
                  <a:lnTo>
                    <a:pt x="3296158" y="7771384"/>
                  </a:lnTo>
                  <a:lnTo>
                    <a:pt x="3346958" y="7771384"/>
                  </a:lnTo>
                  <a:close/>
                  <a:moveTo>
                    <a:pt x="3245358" y="7771384"/>
                  </a:moveTo>
                  <a:lnTo>
                    <a:pt x="3194558" y="7771384"/>
                  </a:lnTo>
                  <a:lnTo>
                    <a:pt x="3194558" y="7745984"/>
                  </a:lnTo>
                  <a:lnTo>
                    <a:pt x="3245358" y="7745984"/>
                  </a:lnTo>
                  <a:close/>
                  <a:moveTo>
                    <a:pt x="3143758" y="7745984"/>
                  </a:moveTo>
                  <a:lnTo>
                    <a:pt x="3092958" y="7745984"/>
                  </a:lnTo>
                  <a:lnTo>
                    <a:pt x="3092958" y="7720584"/>
                  </a:lnTo>
                  <a:lnTo>
                    <a:pt x="3143758" y="7720584"/>
                  </a:lnTo>
                  <a:close/>
                  <a:moveTo>
                    <a:pt x="3042158" y="7720584"/>
                  </a:moveTo>
                  <a:lnTo>
                    <a:pt x="2991358" y="7720584"/>
                  </a:lnTo>
                  <a:lnTo>
                    <a:pt x="2991358" y="7695184"/>
                  </a:lnTo>
                  <a:lnTo>
                    <a:pt x="3042158" y="7695184"/>
                  </a:lnTo>
                  <a:close/>
                  <a:moveTo>
                    <a:pt x="2940558" y="7695184"/>
                  </a:moveTo>
                  <a:lnTo>
                    <a:pt x="2889758" y="7695184"/>
                  </a:lnTo>
                  <a:lnTo>
                    <a:pt x="2889758" y="7669784"/>
                  </a:lnTo>
                  <a:lnTo>
                    <a:pt x="2940558" y="7669784"/>
                  </a:lnTo>
                  <a:close/>
                  <a:moveTo>
                    <a:pt x="2838958" y="7669784"/>
                  </a:moveTo>
                  <a:lnTo>
                    <a:pt x="2788158" y="7669784"/>
                  </a:lnTo>
                  <a:lnTo>
                    <a:pt x="2788158" y="7644384"/>
                  </a:lnTo>
                  <a:lnTo>
                    <a:pt x="2838958" y="7644384"/>
                  </a:lnTo>
                  <a:close/>
                  <a:moveTo>
                    <a:pt x="2737358" y="7644384"/>
                  </a:moveTo>
                  <a:lnTo>
                    <a:pt x="2686558" y="7644384"/>
                  </a:lnTo>
                  <a:lnTo>
                    <a:pt x="2686558" y="7618984"/>
                  </a:lnTo>
                  <a:lnTo>
                    <a:pt x="2737358" y="7618984"/>
                  </a:lnTo>
                  <a:close/>
                  <a:moveTo>
                    <a:pt x="2635758" y="7618984"/>
                  </a:moveTo>
                  <a:lnTo>
                    <a:pt x="2584958" y="7618984"/>
                  </a:lnTo>
                  <a:lnTo>
                    <a:pt x="2584958" y="7593584"/>
                  </a:lnTo>
                  <a:lnTo>
                    <a:pt x="2635758" y="7593584"/>
                  </a:lnTo>
                  <a:close/>
                  <a:moveTo>
                    <a:pt x="2534158" y="7593584"/>
                  </a:moveTo>
                  <a:lnTo>
                    <a:pt x="2483358" y="7593584"/>
                  </a:lnTo>
                  <a:lnTo>
                    <a:pt x="2483358" y="7568184"/>
                  </a:lnTo>
                  <a:lnTo>
                    <a:pt x="2534158" y="7568184"/>
                  </a:lnTo>
                  <a:close/>
                  <a:moveTo>
                    <a:pt x="2432558" y="7568184"/>
                  </a:moveTo>
                  <a:lnTo>
                    <a:pt x="2381758" y="7568184"/>
                  </a:lnTo>
                  <a:lnTo>
                    <a:pt x="2381758" y="7542784"/>
                  </a:lnTo>
                  <a:lnTo>
                    <a:pt x="2432558" y="7542784"/>
                  </a:lnTo>
                  <a:close/>
                  <a:moveTo>
                    <a:pt x="2330958" y="7542784"/>
                  </a:moveTo>
                  <a:lnTo>
                    <a:pt x="2280158" y="7542784"/>
                  </a:lnTo>
                  <a:lnTo>
                    <a:pt x="2280158" y="7517384"/>
                  </a:lnTo>
                  <a:lnTo>
                    <a:pt x="2330958" y="7517384"/>
                  </a:lnTo>
                  <a:close/>
                  <a:moveTo>
                    <a:pt x="2229358" y="7517384"/>
                  </a:moveTo>
                  <a:lnTo>
                    <a:pt x="2178558" y="7517384"/>
                  </a:lnTo>
                  <a:lnTo>
                    <a:pt x="2178558" y="7491984"/>
                  </a:lnTo>
                  <a:lnTo>
                    <a:pt x="2229358" y="7491984"/>
                  </a:lnTo>
                  <a:close/>
                  <a:moveTo>
                    <a:pt x="2127758" y="7491984"/>
                  </a:moveTo>
                  <a:lnTo>
                    <a:pt x="2076958" y="7491984"/>
                  </a:lnTo>
                  <a:lnTo>
                    <a:pt x="2076958" y="7466584"/>
                  </a:lnTo>
                  <a:lnTo>
                    <a:pt x="2127758" y="7466584"/>
                  </a:lnTo>
                  <a:close/>
                  <a:moveTo>
                    <a:pt x="2026158" y="7466584"/>
                  </a:moveTo>
                  <a:lnTo>
                    <a:pt x="1975358" y="7466584"/>
                  </a:lnTo>
                  <a:lnTo>
                    <a:pt x="1975358" y="7441184"/>
                  </a:lnTo>
                  <a:lnTo>
                    <a:pt x="2026158" y="7441184"/>
                  </a:lnTo>
                  <a:close/>
                  <a:moveTo>
                    <a:pt x="1924558" y="7441184"/>
                  </a:moveTo>
                  <a:lnTo>
                    <a:pt x="1873758" y="7441184"/>
                  </a:lnTo>
                  <a:lnTo>
                    <a:pt x="1873758" y="7415784"/>
                  </a:lnTo>
                  <a:lnTo>
                    <a:pt x="1924558" y="7415784"/>
                  </a:lnTo>
                  <a:close/>
                  <a:moveTo>
                    <a:pt x="1822958" y="7415784"/>
                  </a:moveTo>
                  <a:lnTo>
                    <a:pt x="1772158" y="7415784"/>
                  </a:lnTo>
                  <a:lnTo>
                    <a:pt x="1772158" y="7390384"/>
                  </a:lnTo>
                  <a:lnTo>
                    <a:pt x="1822958" y="7390384"/>
                  </a:lnTo>
                  <a:close/>
                  <a:moveTo>
                    <a:pt x="1721358" y="7390384"/>
                  </a:moveTo>
                  <a:lnTo>
                    <a:pt x="1670558" y="7390384"/>
                  </a:lnTo>
                  <a:lnTo>
                    <a:pt x="1670558" y="7364984"/>
                  </a:lnTo>
                  <a:lnTo>
                    <a:pt x="1721358" y="7364984"/>
                  </a:lnTo>
                  <a:close/>
                  <a:moveTo>
                    <a:pt x="1619758" y="7364984"/>
                  </a:moveTo>
                  <a:lnTo>
                    <a:pt x="1568958" y="7364984"/>
                  </a:lnTo>
                  <a:lnTo>
                    <a:pt x="1568958" y="7339584"/>
                  </a:lnTo>
                  <a:lnTo>
                    <a:pt x="1619758" y="7339584"/>
                  </a:lnTo>
                  <a:close/>
                  <a:moveTo>
                    <a:pt x="1518158" y="7339584"/>
                  </a:moveTo>
                  <a:lnTo>
                    <a:pt x="1467358" y="7339584"/>
                  </a:lnTo>
                  <a:lnTo>
                    <a:pt x="1467358" y="7314184"/>
                  </a:lnTo>
                  <a:lnTo>
                    <a:pt x="1518158" y="7314184"/>
                  </a:lnTo>
                  <a:close/>
                  <a:moveTo>
                    <a:pt x="1416558" y="7314184"/>
                  </a:moveTo>
                  <a:lnTo>
                    <a:pt x="1365758" y="7314184"/>
                  </a:lnTo>
                  <a:lnTo>
                    <a:pt x="1365758" y="7288784"/>
                  </a:lnTo>
                  <a:lnTo>
                    <a:pt x="1416558" y="7288784"/>
                  </a:lnTo>
                  <a:close/>
                  <a:moveTo>
                    <a:pt x="1314577" y="7288530"/>
                  </a:moveTo>
                  <a:cubicBezTo>
                    <a:pt x="1297432" y="7288276"/>
                    <a:pt x="1280414" y="7287641"/>
                    <a:pt x="1263523" y="7286879"/>
                  </a:cubicBezTo>
                  <a:lnTo>
                    <a:pt x="1264666" y="7261479"/>
                  </a:lnTo>
                  <a:cubicBezTo>
                    <a:pt x="1281430" y="7262241"/>
                    <a:pt x="1298194" y="7262749"/>
                    <a:pt x="1314958" y="7263130"/>
                  </a:cubicBezTo>
                  <a:close/>
                  <a:moveTo>
                    <a:pt x="1212723" y="7258304"/>
                  </a:moveTo>
                  <a:cubicBezTo>
                    <a:pt x="1195705" y="7257034"/>
                    <a:pt x="1178687" y="7255383"/>
                    <a:pt x="1161796" y="7253605"/>
                  </a:cubicBezTo>
                  <a:lnTo>
                    <a:pt x="1164463" y="7228332"/>
                  </a:lnTo>
                  <a:cubicBezTo>
                    <a:pt x="1181100" y="7230110"/>
                    <a:pt x="1197864" y="7231634"/>
                    <a:pt x="1214628" y="7233031"/>
                  </a:cubicBezTo>
                  <a:close/>
                  <a:moveTo>
                    <a:pt x="1112901" y="7222109"/>
                  </a:moveTo>
                  <a:cubicBezTo>
                    <a:pt x="1096010" y="7219823"/>
                    <a:pt x="1079119" y="7217156"/>
                    <a:pt x="1062355" y="7214362"/>
                  </a:cubicBezTo>
                  <a:lnTo>
                    <a:pt x="1066546" y="7189343"/>
                  </a:lnTo>
                  <a:cubicBezTo>
                    <a:pt x="1083056" y="7192137"/>
                    <a:pt x="1099693" y="7194677"/>
                    <a:pt x="1116330" y="7196963"/>
                  </a:cubicBezTo>
                  <a:close/>
                  <a:moveTo>
                    <a:pt x="1015492" y="7179818"/>
                  </a:moveTo>
                  <a:cubicBezTo>
                    <a:pt x="998728" y="7176389"/>
                    <a:pt x="981964" y="7172833"/>
                    <a:pt x="965454" y="7169023"/>
                  </a:cubicBezTo>
                  <a:lnTo>
                    <a:pt x="971169" y="7144258"/>
                  </a:lnTo>
                  <a:cubicBezTo>
                    <a:pt x="987552" y="7148068"/>
                    <a:pt x="1003935" y="7151624"/>
                    <a:pt x="1020445" y="7154926"/>
                  </a:cubicBezTo>
                  <a:close/>
                  <a:moveTo>
                    <a:pt x="920750" y="7131685"/>
                  </a:moveTo>
                  <a:cubicBezTo>
                    <a:pt x="904240" y="7127367"/>
                    <a:pt x="887857" y="7122668"/>
                    <a:pt x="871474" y="7117842"/>
                  </a:cubicBezTo>
                  <a:lnTo>
                    <a:pt x="878713" y="7093458"/>
                  </a:lnTo>
                  <a:cubicBezTo>
                    <a:pt x="894842" y="7098284"/>
                    <a:pt x="910971" y="7102856"/>
                    <a:pt x="927227" y="7107174"/>
                  </a:cubicBezTo>
                  <a:close/>
                  <a:moveTo>
                    <a:pt x="829056" y="7077964"/>
                  </a:moveTo>
                  <a:cubicBezTo>
                    <a:pt x="812800" y="7072630"/>
                    <a:pt x="796798" y="7067042"/>
                    <a:pt x="780796" y="7061200"/>
                  </a:cubicBezTo>
                  <a:lnTo>
                    <a:pt x="789559" y="7037324"/>
                  </a:lnTo>
                  <a:cubicBezTo>
                    <a:pt x="805307" y="7043039"/>
                    <a:pt x="821182" y="7048627"/>
                    <a:pt x="837057" y="7053834"/>
                  </a:cubicBezTo>
                  <a:close/>
                  <a:moveTo>
                    <a:pt x="740918" y="7018655"/>
                  </a:moveTo>
                  <a:cubicBezTo>
                    <a:pt x="725043" y="7012305"/>
                    <a:pt x="709295" y="7005701"/>
                    <a:pt x="693674" y="6998843"/>
                  </a:cubicBezTo>
                  <a:lnTo>
                    <a:pt x="703834" y="6975602"/>
                  </a:lnTo>
                  <a:cubicBezTo>
                    <a:pt x="719201" y="6982333"/>
                    <a:pt x="734695" y="6988810"/>
                    <a:pt x="750316" y="6995033"/>
                  </a:cubicBezTo>
                  <a:close/>
                  <a:moveTo>
                    <a:pt x="656590" y="6954139"/>
                  </a:moveTo>
                  <a:cubicBezTo>
                    <a:pt x="641096" y="6946773"/>
                    <a:pt x="625856" y="6939280"/>
                    <a:pt x="610616" y="6931533"/>
                  </a:cubicBezTo>
                  <a:lnTo>
                    <a:pt x="622173" y="6908927"/>
                  </a:lnTo>
                  <a:cubicBezTo>
                    <a:pt x="637159" y="6916547"/>
                    <a:pt x="652272" y="6924040"/>
                    <a:pt x="667385" y="6931152"/>
                  </a:cubicBezTo>
                  <a:close/>
                  <a:moveTo>
                    <a:pt x="576199" y="6884543"/>
                  </a:moveTo>
                  <a:cubicBezTo>
                    <a:pt x="561213" y="6876288"/>
                    <a:pt x="546354" y="6867779"/>
                    <a:pt x="531622" y="6859143"/>
                  </a:cubicBezTo>
                  <a:lnTo>
                    <a:pt x="544576" y="6837299"/>
                  </a:lnTo>
                  <a:cubicBezTo>
                    <a:pt x="559054" y="6845808"/>
                    <a:pt x="573659" y="6854190"/>
                    <a:pt x="588391" y="6862318"/>
                  </a:cubicBezTo>
                  <a:close/>
                  <a:moveTo>
                    <a:pt x="500253" y="6810248"/>
                  </a:moveTo>
                  <a:cubicBezTo>
                    <a:pt x="485902" y="6801104"/>
                    <a:pt x="471551" y="6791833"/>
                    <a:pt x="457454" y="6782308"/>
                  </a:cubicBezTo>
                  <a:lnTo>
                    <a:pt x="471678" y="6761226"/>
                  </a:lnTo>
                  <a:cubicBezTo>
                    <a:pt x="485521" y="6770624"/>
                    <a:pt x="499618" y="6779768"/>
                    <a:pt x="513842" y="6788785"/>
                  </a:cubicBezTo>
                  <a:close/>
                  <a:moveTo>
                    <a:pt x="429006" y="6731508"/>
                  </a:moveTo>
                  <a:cubicBezTo>
                    <a:pt x="415163" y="6721475"/>
                    <a:pt x="401447" y="6711315"/>
                    <a:pt x="387985" y="6701028"/>
                  </a:cubicBezTo>
                  <a:lnTo>
                    <a:pt x="403479" y="6680835"/>
                  </a:lnTo>
                  <a:cubicBezTo>
                    <a:pt x="416814" y="6690995"/>
                    <a:pt x="430276" y="6701028"/>
                    <a:pt x="443992" y="6710934"/>
                  </a:cubicBezTo>
                  <a:close/>
                  <a:moveTo>
                    <a:pt x="362839" y="6648704"/>
                  </a:moveTo>
                  <a:cubicBezTo>
                    <a:pt x="349631" y="6637909"/>
                    <a:pt x="336550" y="6626860"/>
                    <a:pt x="323723" y="6615684"/>
                  </a:cubicBezTo>
                  <a:lnTo>
                    <a:pt x="340360" y="6596507"/>
                  </a:lnTo>
                  <a:cubicBezTo>
                    <a:pt x="353060" y="6607556"/>
                    <a:pt x="365887" y="6618351"/>
                    <a:pt x="378968" y="6629019"/>
                  </a:cubicBezTo>
                  <a:close/>
                  <a:moveTo>
                    <a:pt x="301625" y="6561963"/>
                  </a:moveTo>
                  <a:cubicBezTo>
                    <a:pt x="289052" y="6550406"/>
                    <a:pt x="276733" y="6538595"/>
                    <a:pt x="264541" y="6526657"/>
                  </a:cubicBezTo>
                  <a:lnTo>
                    <a:pt x="282321" y="6508496"/>
                  </a:lnTo>
                  <a:cubicBezTo>
                    <a:pt x="294259" y="6520307"/>
                    <a:pt x="306451" y="6531864"/>
                    <a:pt x="318897" y="6543167"/>
                  </a:cubicBezTo>
                  <a:close/>
                  <a:moveTo>
                    <a:pt x="245872" y="6471539"/>
                  </a:moveTo>
                  <a:cubicBezTo>
                    <a:pt x="234061" y="6459220"/>
                    <a:pt x="222377" y="6446774"/>
                    <a:pt x="210947" y="6434074"/>
                  </a:cubicBezTo>
                  <a:lnTo>
                    <a:pt x="229743" y="6417056"/>
                  </a:lnTo>
                  <a:cubicBezTo>
                    <a:pt x="241046" y="6429502"/>
                    <a:pt x="252476" y="6441821"/>
                    <a:pt x="264160" y="6453886"/>
                  </a:cubicBezTo>
                  <a:close/>
                  <a:moveTo>
                    <a:pt x="195580" y="6377940"/>
                  </a:moveTo>
                  <a:cubicBezTo>
                    <a:pt x="184531" y="6364986"/>
                    <a:pt x="173736" y="6351778"/>
                    <a:pt x="163068" y="6338443"/>
                  </a:cubicBezTo>
                  <a:lnTo>
                    <a:pt x="182880" y="6322568"/>
                  </a:lnTo>
                  <a:cubicBezTo>
                    <a:pt x="193421" y="6335649"/>
                    <a:pt x="204089" y="6348603"/>
                    <a:pt x="214884" y="6361430"/>
                  </a:cubicBezTo>
                  <a:close/>
                  <a:moveTo>
                    <a:pt x="151003" y="6281547"/>
                  </a:moveTo>
                  <a:cubicBezTo>
                    <a:pt x="140716" y="6267958"/>
                    <a:pt x="130683" y="6254115"/>
                    <a:pt x="120904" y="6240145"/>
                  </a:cubicBezTo>
                  <a:lnTo>
                    <a:pt x="141732" y="6225540"/>
                  </a:lnTo>
                  <a:cubicBezTo>
                    <a:pt x="151384" y="6239256"/>
                    <a:pt x="161290" y="6252845"/>
                    <a:pt x="171450" y="6266307"/>
                  </a:cubicBezTo>
                  <a:close/>
                  <a:moveTo>
                    <a:pt x="112522" y="6182614"/>
                  </a:moveTo>
                  <a:cubicBezTo>
                    <a:pt x="103124" y="6168390"/>
                    <a:pt x="93980" y="6154039"/>
                    <a:pt x="84963" y="6139561"/>
                  </a:cubicBezTo>
                  <a:lnTo>
                    <a:pt x="106553" y="6126226"/>
                  </a:lnTo>
                  <a:cubicBezTo>
                    <a:pt x="115316" y="6140577"/>
                    <a:pt x="124460" y="6154674"/>
                    <a:pt x="133604" y="6168644"/>
                  </a:cubicBezTo>
                  <a:close/>
                  <a:moveTo>
                    <a:pt x="79883" y="6081522"/>
                  </a:moveTo>
                  <a:cubicBezTo>
                    <a:pt x="71374" y="6066790"/>
                    <a:pt x="63119" y="6051804"/>
                    <a:pt x="54991" y="6036691"/>
                  </a:cubicBezTo>
                  <a:lnTo>
                    <a:pt x="77343" y="6024753"/>
                  </a:lnTo>
                  <a:cubicBezTo>
                    <a:pt x="85344" y="6039612"/>
                    <a:pt x="93472" y="6054344"/>
                    <a:pt x="101854" y="6068822"/>
                  </a:cubicBezTo>
                  <a:close/>
                  <a:moveTo>
                    <a:pt x="53467" y="5978525"/>
                  </a:moveTo>
                  <a:cubicBezTo>
                    <a:pt x="45847" y="5963285"/>
                    <a:pt x="38481" y="5947918"/>
                    <a:pt x="31369" y="5932297"/>
                  </a:cubicBezTo>
                  <a:lnTo>
                    <a:pt x="54483" y="5921756"/>
                  </a:lnTo>
                  <a:cubicBezTo>
                    <a:pt x="61468" y="5936996"/>
                    <a:pt x="68707" y="5952236"/>
                    <a:pt x="76200" y="5967222"/>
                  </a:cubicBezTo>
                  <a:close/>
                  <a:moveTo>
                    <a:pt x="33528" y="5874131"/>
                  </a:moveTo>
                  <a:cubicBezTo>
                    <a:pt x="26924" y="5858383"/>
                    <a:pt x="20574" y="5842635"/>
                    <a:pt x="14351" y="5826760"/>
                  </a:cubicBezTo>
                  <a:lnTo>
                    <a:pt x="38100" y="5817616"/>
                  </a:lnTo>
                  <a:cubicBezTo>
                    <a:pt x="44196" y="5833364"/>
                    <a:pt x="50419" y="5848858"/>
                    <a:pt x="57023" y="5864352"/>
                  </a:cubicBezTo>
                  <a:close/>
                  <a:moveTo>
                    <a:pt x="20193" y="5768848"/>
                  </a:moveTo>
                  <a:cubicBezTo>
                    <a:pt x="14605" y="5752719"/>
                    <a:pt x="9144" y="5736590"/>
                    <a:pt x="3937" y="5720334"/>
                  </a:cubicBezTo>
                  <a:lnTo>
                    <a:pt x="28194" y="5712714"/>
                  </a:lnTo>
                  <a:cubicBezTo>
                    <a:pt x="33274" y="5728716"/>
                    <a:pt x="38608" y="5744718"/>
                    <a:pt x="44196" y="5760593"/>
                  </a:cubicBezTo>
                  <a:close/>
                  <a:moveTo>
                    <a:pt x="13208" y="5663057"/>
                  </a:moveTo>
                  <a:cubicBezTo>
                    <a:pt x="8509" y="5646674"/>
                    <a:pt x="4191" y="5630164"/>
                    <a:pt x="0" y="5613527"/>
                  </a:cubicBezTo>
                  <a:lnTo>
                    <a:pt x="24638" y="5607304"/>
                  </a:lnTo>
                  <a:cubicBezTo>
                    <a:pt x="28702" y="5623687"/>
                    <a:pt x="33020" y="5639943"/>
                    <a:pt x="37592" y="5656072"/>
                  </a:cubicBezTo>
                  <a:close/>
                  <a:moveTo>
                    <a:pt x="12700" y="5556758"/>
                  </a:moveTo>
                  <a:cubicBezTo>
                    <a:pt x="9017" y="5540121"/>
                    <a:pt x="5715" y="5523357"/>
                    <a:pt x="2540" y="5506593"/>
                  </a:cubicBezTo>
                  <a:lnTo>
                    <a:pt x="27559" y="5501894"/>
                  </a:lnTo>
                  <a:cubicBezTo>
                    <a:pt x="30607" y="5518404"/>
                    <a:pt x="33909" y="5534914"/>
                    <a:pt x="37465" y="5551297"/>
                  </a:cubicBezTo>
                  <a:close/>
                  <a:moveTo>
                    <a:pt x="18796" y="5450586"/>
                  </a:moveTo>
                  <a:cubicBezTo>
                    <a:pt x="16256" y="5433822"/>
                    <a:pt x="13843" y="5416931"/>
                    <a:pt x="11811" y="5399913"/>
                  </a:cubicBezTo>
                  <a:lnTo>
                    <a:pt x="37084" y="5396865"/>
                  </a:lnTo>
                  <a:cubicBezTo>
                    <a:pt x="39116" y="5413502"/>
                    <a:pt x="41402" y="5430139"/>
                    <a:pt x="43942" y="5446649"/>
                  </a:cubicBezTo>
                  <a:close/>
                  <a:moveTo>
                    <a:pt x="31496" y="5345176"/>
                  </a:moveTo>
                  <a:cubicBezTo>
                    <a:pt x="29972" y="5328285"/>
                    <a:pt x="28575" y="5311267"/>
                    <a:pt x="27559" y="5294122"/>
                  </a:cubicBezTo>
                  <a:lnTo>
                    <a:pt x="52959" y="5292598"/>
                  </a:lnTo>
                  <a:cubicBezTo>
                    <a:pt x="53975" y="5309362"/>
                    <a:pt x="55245" y="5326126"/>
                    <a:pt x="56769" y="5342890"/>
                  </a:cubicBezTo>
                  <a:close/>
                  <a:moveTo>
                    <a:pt x="50419" y="5240782"/>
                  </a:moveTo>
                  <a:cubicBezTo>
                    <a:pt x="49911" y="5223764"/>
                    <a:pt x="49657" y="5206619"/>
                    <a:pt x="49530" y="5189474"/>
                  </a:cubicBezTo>
                  <a:lnTo>
                    <a:pt x="74930" y="5189474"/>
                  </a:lnTo>
                  <a:cubicBezTo>
                    <a:pt x="74930" y="5206365"/>
                    <a:pt x="75184" y="5223256"/>
                    <a:pt x="75692" y="5240020"/>
                  </a:cubicBezTo>
                  <a:close/>
                  <a:moveTo>
                    <a:pt x="2156841" y="8291195"/>
                  </a:moveTo>
                  <a:lnTo>
                    <a:pt x="2156841" y="8240395"/>
                  </a:lnTo>
                  <a:lnTo>
                    <a:pt x="2182241" y="8240395"/>
                  </a:lnTo>
                  <a:lnTo>
                    <a:pt x="2182241" y="8291195"/>
                  </a:lnTo>
                  <a:close/>
                  <a:moveTo>
                    <a:pt x="2182241" y="8189595"/>
                  </a:moveTo>
                  <a:lnTo>
                    <a:pt x="2182241" y="8138795"/>
                  </a:lnTo>
                  <a:lnTo>
                    <a:pt x="2182241" y="8189595"/>
                  </a:lnTo>
                  <a:close/>
                  <a:moveTo>
                    <a:pt x="2182241" y="8087995"/>
                  </a:moveTo>
                  <a:lnTo>
                    <a:pt x="2182241" y="8037195"/>
                  </a:lnTo>
                  <a:lnTo>
                    <a:pt x="2182241" y="8087995"/>
                  </a:lnTo>
                  <a:close/>
                  <a:moveTo>
                    <a:pt x="2182241" y="7986395"/>
                  </a:moveTo>
                  <a:lnTo>
                    <a:pt x="2182241" y="7935595"/>
                  </a:lnTo>
                  <a:lnTo>
                    <a:pt x="2182241" y="7986395"/>
                  </a:lnTo>
                  <a:close/>
                  <a:moveTo>
                    <a:pt x="2182241" y="7884795"/>
                  </a:moveTo>
                  <a:lnTo>
                    <a:pt x="2182241" y="7833995"/>
                  </a:lnTo>
                  <a:lnTo>
                    <a:pt x="2182241" y="7884795"/>
                  </a:lnTo>
                  <a:close/>
                  <a:moveTo>
                    <a:pt x="2182241" y="7783195"/>
                  </a:moveTo>
                  <a:lnTo>
                    <a:pt x="2182241" y="7732395"/>
                  </a:lnTo>
                  <a:lnTo>
                    <a:pt x="2182241" y="7783195"/>
                  </a:lnTo>
                  <a:close/>
                  <a:moveTo>
                    <a:pt x="2182241" y="7681595"/>
                  </a:moveTo>
                  <a:lnTo>
                    <a:pt x="2182241" y="7630795"/>
                  </a:lnTo>
                  <a:lnTo>
                    <a:pt x="2182241" y="7681595"/>
                  </a:lnTo>
                  <a:close/>
                  <a:moveTo>
                    <a:pt x="2182241" y="7579995"/>
                  </a:moveTo>
                  <a:lnTo>
                    <a:pt x="2182241" y="7529195"/>
                  </a:lnTo>
                  <a:lnTo>
                    <a:pt x="2182241" y="7579995"/>
                  </a:lnTo>
                  <a:close/>
                  <a:moveTo>
                    <a:pt x="2182241" y="7478395"/>
                  </a:moveTo>
                  <a:lnTo>
                    <a:pt x="2182241" y="7427595"/>
                  </a:lnTo>
                  <a:lnTo>
                    <a:pt x="2182241" y="7478395"/>
                  </a:lnTo>
                  <a:close/>
                  <a:moveTo>
                    <a:pt x="2182241" y="7376795"/>
                  </a:moveTo>
                  <a:lnTo>
                    <a:pt x="2182241" y="7325995"/>
                  </a:lnTo>
                  <a:lnTo>
                    <a:pt x="2182241" y="7376795"/>
                  </a:lnTo>
                  <a:close/>
                  <a:moveTo>
                    <a:pt x="2182241" y="7275195"/>
                  </a:moveTo>
                  <a:lnTo>
                    <a:pt x="2182241" y="7224395"/>
                  </a:lnTo>
                  <a:lnTo>
                    <a:pt x="2182241" y="7275195"/>
                  </a:lnTo>
                  <a:close/>
                  <a:moveTo>
                    <a:pt x="2182241" y="7173595"/>
                  </a:moveTo>
                  <a:lnTo>
                    <a:pt x="2182241" y="7122795"/>
                  </a:lnTo>
                  <a:lnTo>
                    <a:pt x="2182241" y="7173595"/>
                  </a:lnTo>
                  <a:close/>
                  <a:moveTo>
                    <a:pt x="2182241" y="7071995"/>
                  </a:moveTo>
                  <a:lnTo>
                    <a:pt x="2182241" y="7021195"/>
                  </a:lnTo>
                  <a:lnTo>
                    <a:pt x="2182241" y="7071995"/>
                  </a:lnTo>
                  <a:close/>
                  <a:moveTo>
                    <a:pt x="2182241" y="6970395"/>
                  </a:moveTo>
                  <a:lnTo>
                    <a:pt x="2182241" y="6919595"/>
                  </a:lnTo>
                  <a:lnTo>
                    <a:pt x="2182241" y="6970395"/>
                  </a:lnTo>
                  <a:close/>
                  <a:moveTo>
                    <a:pt x="2182241" y="6868795"/>
                  </a:moveTo>
                  <a:lnTo>
                    <a:pt x="2182241" y="6817995"/>
                  </a:lnTo>
                  <a:lnTo>
                    <a:pt x="2182241" y="6868795"/>
                  </a:lnTo>
                  <a:close/>
                  <a:moveTo>
                    <a:pt x="2182241" y="6767195"/>
                  </a:moveTo>
                  <a:lnTo>
                    <a:pt x="2182241" y="6716395"/>
                  </a:lnTo>
                  <a:lnTo>
                    <a:pt x="2182241" y="6767195"/>
                  </a:lnTo>
                  <a:close/>
                  <a:moveTo>
                    <a:pt x="2182241" y="6665595"/>
                  </a:moveTo>
                  <a:lnTo>
                    <a:pt x="2182241" y="6614795"/>
                  </a:lnTo>
                  <a:lnTo>
                    <a:pt x="2182241" y="6665595"/>
                  </a:lnTo>
                  <a:close/>
                  <a:moveTo>
                    <a:pt x="2182241" y="6563995"/>
                  </a:moveTo>
                  <a:lnTo>
                    <a:pt x="2182241" y="6513195"/>
                  </a:lnTo>
                  <a:lnTo>
                    <a:pt x="2182241" y="6563995"/>
                  </a:lnTo>
                  <a:close/>
                  <a:moveTo>
                    <a:pt x="2182241" y="6462395"/>
                  </a:moveTo>
                  <a:lnTo>
                    <a:pt x="2182241" y="6411595"/>
                  </a:lnTo>
                  <a:lnTo>
                    <a:pt x="2182241" y="6462395"/>
                  </a:lnTo>
                  <a:close/>
                  <a:moveTo>
                    <a:pt x="2182241" y="6360795"/>
                  </a:moveTo>
                  <a:lnTo>
                    <a:pt x="2182241" y="6309995"/>
                  </a:lnTo>
                  <a:lnTo>
                    <a:pt x="2182241" y="6360795"/>
                  </a:lnTo>
                  <a:close/>
                  <a:moveTo>
                    <a:pt x="2182241" y="6259195"/>
                  </a:moveTo>
                  <a:lnTo>
                    <a:pt x="2182241" y="6208395"/>
                  </a:lnTo>
                  <a:lnTo>
                    <a:pt x="2182241" y="6259195"/>
                  </a:lnTo>
                  <a:close/>
                  <a:moveTo>
                    <a:pt x="2182241" y="6157595"/>
                  </a:moveTo>
                  <a:lnTo>
                    <a:pt x="2182241" y="6106795"/>
                  </a:lnTo>
                  <a:lnTo>
                    <a:pt x="2182241" y="6157595"/>
                  </a:lnTo>
                  <a:close/>
                  <a:moveTo>
                    <a:pt x="2182241" y="6055995"/>
                  </a:moveTo>
                  <a:lnTo>
                    <a:pt x="2182241" y="6005195"/>
                  </a:lnTo>
                  <a:lnTo>
                    <a:pt x="2182241" y="6055995"/>
                  </a:lnTo>
                  <a:close/>
                  <a:moveTo>
                    <a:pt x="2182241" y="5954395"/>
                  </a:moveTo>
                  <a:lnTo>
                    <a:pt x="2182241" y="5903595"/>
                  </a:lnTo>
                  <a:lnTo>
                    <a:pt x="2182241" y="5954395"/>
                  </a:lnTo>
                  <a:close/>
                  <a:moveTo>
                    <a:pt x="2182241" y="5852795"/>
                  </a:moveTo>
                  <a:lnTo>
                    <a:pt x="2182241" y="5801995"/>
                  </a:lnTo>
                  <a:lnTo>
                    <a:pt x="2182241" y="5852795"/>
                  </a:lnTo>
                  <a:close/>
                  <a:moveTo>
                    <a:pt x="2182241" y="5751195"/>
                  </a:moveTo>
                  <a:lnTo>
                    <a:pt x="2182241" y="5700395"/>
                  </a:lnTo>
                  <a:lnTo>
                    <a:pt x="2182241" y="5751195"/>
                  </a:lnTo>
                  <a:close/>
                  <a:moveTo>
                    <a:pt x="2182241" y="5649595"/>
                  </a:moveTo>
                  <a:lnTo>
                    <a:pt x="2182241" y="5598795"/>
                  </a:lnTo>
                  <a:lnTo>
                    <a:pt x="2182241" y="5649595"/>
                  </a:lnTo>
                  <a:close/>
                  <a:moveTo>
                    <a:pt x="2182241" y="5547995"/>
                  </a:moveTo>
                  <a:lnTo>
                    <a:pt x="2182241" y="5497195"/>
                  </a:lnTo>
                  <a:lnTo>
                    <a:pt x="2182241" y="5547995"/>
                  </a:lnTo>
                  <a:close/>
                  <a:moveTo>
                    <a:pt x="2182241" y="5446395"/>
                  </a:moveTo>
                  <a:lnTo>
                    <a:pt x="2182241" y="5395595"/>
                  </a:lnTo>
                  <a:lnTo>
                    <a:pt x="2182241" y="5446395"/>
                  </a:lnTo>
                  <a:close/>
                  <a:moveTo>
                    <a:pt x="2182241" y="5344795"/>
                  </a:moveTo>
                  <a:lnTo>
                    <a:pt x="2182241" y="5293995"/>
                  </a:lnTo>
                  <a:lnTo>
                    <a:pt x="2182241" y="5344795"/>
                  </a:lnTo>
                  <a:close/>
                  <a:moveTo>
                    <a:pt x="2182241" y="5243195"/>
                  </a:moveTo>
                  <a:lnTo>
                    <a:pt x="2182241" y="5192395"/>
                  </a:lnTo>
                  <a:lnTo>
                    <a:pt x="2182241" y="5243195"/>
                  </a:lnTo>
                  <a:close/>
                  <a:moveTo>
                    <a:pt x="2182241" y="5141595"/>
                  </a:moveTo>
                  <a:lnTo>
                    <a:pt x="2182241" y="5090795"/>
                  </a:lnTo>
                  <a:lnTo>
                    <a:pt x="2182241" y="5141595"/>
                  </a:lnTo>
                  <a:close/>
                  <a:moveTo>
                    <a:pt x="2182241" y="5039995"/>
                  </a:moveTo>
                  <a:lnTo>
                    <a:pt x="2182241" y="4989195"/>
                  </a:lnTo>
                  <a:lnTo>
                    <a:pt x="2182241" y="5039995"/>
                  </a:lnTo>
                  <a:close/>
                  <a:moveTo>
                    <a:pt x="2182241" y="4938395"/>
                  </a:moveTo>
                  <a:lnTo>
                    <a:pt x="2182241" y="4887595"/>
                  </a:lnTo>
                  <a:lnTo>
                    <a:pt x="2182241" y="4938395"/>
                  </a:lnTo>
                  <a:close/>
                  <a:moveTo>
                    <a:pt x="2182241" y="4836795"/>
                  </a:moveTo>
                  <a:lnTo>
                    <a:pt x="2182241" y="4785995"/>
                  </a:lnTo>
                  <a:lnTo>
                    <a:pt x="2182241" y="4836795"/>
                  </a:lnTo>
                  <a:close/>
                  <a:moveTo>
                    <a:pt x="2182241" y="4735195"/>
                  </a:moveTo>
                  <a:lnTo>
                    <a:pt x="2182241" y="4684395"/>
                  </a:lnTo>
                  <a:lnTo>
                    <a:pt x="2182241" y="4735195"/>
                  </a:lnTo>
                  <a:close/>
                  <a:moveTo>
                    <a:pt x="2182241" y="4633595"/>
                  </a:moveTo>
                  <a:lnTo>
                    <a:pt x="2182241" y="4582795"/>
                  </a:lnTo>
                  <a:lnTo>
                    <a:pt x="2182241" y="4633595"/>
                  </a:lnTo>
                  <a:close/>
                  <a:moveTo>
                    <a:pt x="2182241" y="4531995"/>
                  </a:moveTo>
                  <a:lnTo>
                    <a:pt x="2182241" y="4481195"/>
                  </a:lnTo>
                  <a:lnTo>
                    <a:pt x="2182241" y="4531995"/>
                  </a:lnTo>
                  <a:close/>
                  <a:moveTo>
                    <a:pt x="2182241" y="4430395"/>
                  </a:moveTo>
                  <a:lnTo>
                    <a:pt x="2182241" y="4379595"/>
                  </a:lnTo>
                  <a:lnTo>
                    <a:pt x="2182241" y="4430395"/>
                  </a:lnTo>
                  <a:close/>
                  <a:moveTo>
                    <a:pt x="2182241" y="4328795"/>
                  </a:moveTo>
                  <a:lnTo>
                    <a:pt x="2182241" y="4277995"/>
                  </a:lnTo>
                  <a:lnTo>
                    <a:pt x="2182241" y="4328795"/>
                  </a:lnTo>
                  <a:close/>
                  <a:moveTo>
                    <a:pt x="2182241" y="4227195"/>
                  </a:moveTo>
                  <a:lnTo>
                    <a:pt x="2182241" y="4176395"/>
                  </a:lnTo>
                  <a:lnTo>
                    <a:pt x="2182241" y="4227195"/>
                  </a:lnTo>
                  <a:close/>
                  <a:moveTo>
                    <a:pt x="2182241" y="4125595"/>
                  </a:moveTo>
                  <a:lnTo>
                    <a:pt x="2182241" y="4074795"/>
                  </a:lnTo>
                  <a:lnTo>
                    <a:pt x="2182241" y="4125595"/>
                  </a:lnTo>
                  <a:close/>
                  <a:moveTo>
                    <a:pt x="2182241" y="4023995"/>
                  </a:moveTo>
                  <a:lnTo>
                    <a:pt x="2182241" y="3973195"/>
                  </a:lnTo>
                  <a:lnTo>
                    <a:pt x="2182241" y="4023995"/>
                  </a:lnTo>
                  <a:close/>
                  <a:moveTo>
                    <a:pt x="2182241" y="3922395"/>
                  </a:moveTo>
                  <a:lnTo>
                    <a:pt x="2182241" y="3871595"/>
                  </a:lnTo>
                  <a:lnTo>
                    <a:pt x="2182241" y="3922395"/>
                  </a:lnTo>
                  <a:close/>
                  <a:moveTo>
                    <a:pt x="2182241" y="3820795"/>
                  </a:moveTo>
                  <a:lnTo>
                    <a:pt x="2182241" y="3769995"/>
                  </a:lnTo>
                  <a:lnTo>
                    <a:pt x="2182241" y="3820795"/>
                  </a:lnTo>
                  <a:close/>
                  <a:moveTo>
                    <a:pt x="2182241" y="3719195"/>
                  </a:moveTo>
                  <a:lnTo>
                    <a:pt x="2182241" y="3668395"/>
                  </a:lnTo>
                  <a:lnTo>
                    <a:pt x="2182241" y="3719195"/>
                  </a:lnTo>
                  <a:close/>
                  <a:moveTo>
                    <a:pt x="2182241" y="3617595"/>
                  </a:moveTo>
                  <a:lnTo>
                    <a:pt x="2182241" y="3566795"/>
                  </a:lnTo>
                  <a:lnTo>
                    <a:pt x="2182241" y="3617595"/>
                  </a:lnTo>
                  <a:close/>
                  <a:moveTo>
                    <a:pt x="2182241" y="3515995"/>
                  </a:moveTo>
                  <a:lnTo>
                    <a:pt x="2182241" y="3465195"/>
                  </a:lnTo>
                  <a:lnTo>
                    <a:pt x="2182241" y="3515995"/>
                  </a:lnTo>
                  <a:close/>
                  <a:moveTo>
                    <a:pt x="2182241" y="3414395"/>
                  </a:moveTo>
                  <a:lnTo>
                    <a:pt x="2182241" y="3363595"/>
                  </a:lnTo>
                  <a:lnTo>
                    <a:pt x="2182241" y="3414395"/>
                  </a:lnTo>
                  <a:close/>
                  <a:moveTo>
                    <a:pt x="2182241" y="3312795"/>
                  </a:moveTo>
                  <a:lnTo>
                    <a:pt x="2182241" y="3261995"/>
                  </a:lnTo>
                  <a:lnTo>
                    <a:pt x="2182241" y="3312795"/>
                  </a:lnTo>
                  <a:close/>
                  <a:moveTo>
                    <a:pt x="2182241" y="3211195"/>
                  </a:moveTo>
                  <a:lnTo>
                    <a:pt x="2182241" y="3160395"/>
                  </a:lnTo>
                  <a:lnTo>
                    <a:pt x="2182241" y="3211195"/>
                  </a:lnTo>
                  <a:close/>
                  <a:moveTo>
                    <a:pt x="2182241" y="3109595"/>
                  </a:moveTo>
                  <a:lnTo>
                    <a:pt x="2182241" y="3058795"/>
                  </a:lnTo>
                  <a:lnTo>
                    <a:pt x="2182241" y="3109595"/>
                  </a:lnTo>
                  <a:close/>
                  <a:moveTo>
                    <a:pt x="2182241" y="3007995"/>
                  </a:moveTo>
                  <a:lnTo>
                    <a:pt x="2182241" y="2957195"/>
                  </a:lnTo>
                  <a:lnTo>
                    <a:pt x="2182241" y="3007995"/>
                  </a:lnTo>
                  <a:close/>
                  <a:moveTo>
                    <a:pt x="2182241" y="2906395"/>
                  </a:moveTo>
                  <a:lnTo>
                    <a:pt x="2182241" y="2855595"/>
                  </a:lnTo>
                  <a:lnTo>
                    <a:pt x="2182241" y="2906395"/>
                  </a:lnTo>
                  <a:close/>
                  <a:moveTo>
                    <a:pt x="2182241" y="2804795"/>
                  </a:moveTo>
                  <a:lnTo>
                    <a:pt x="2182241" y="2753995"/>
                  </a:lnTo>
                  <a:lnTo>
                    <a:pt x="2182241" y="2804795"/>
                  </a:lnTo>
                  <a:close/>
                  <a:moveTo>
                    <a:pt x="2182241" y="2703195"/>
                  </a:moveTo>
                  <a:lnTo>
                    <a:pt x="2182241" y="2652395"/>
                  </a:lnTo>
                  <a:lnTo>
                    <a:pt x="2182241" y="2703195"/>
                  </a:lnTo>
                  <a:close/>
                  <a:moveTo>
                    <a:pt x="2182241" y="2601595"/>
                  </a:moveTo>
                  <a:lnTo>
                    <a:pt x="2182241" y="2550795"/>
                  </a:lnTo>
                  <a:lnTo>
                    <a:pt x="2182241" y="2601595"/>
                  </a:lnTo>
                  <a:close/>
                  <a:moveTo>
                    <a:pt x="2182241" y="2499995"/>
                  </a:moveTo>
                  <a:lnTo>
                    <a:pt x="2182241" y="2449195"/>
                  </a:lnTo>
                  <a:lnTo>
                    <a:pt x="2182241" y="2499995"/>
                  </a:lnTo>
                  <a:close/>
                  <a:moveTo>
                    <a:pt x="2182241" y="2398395"/>
                  </a:moveTo>
                  <a:lnTo>
                    <a:pt x="2182241" y="2347595"/>
                  </a:lnTo>
                  <a:lnTo>
                    <a:pt x="2182241" y="2398395"/>
                  </a:lnTo>
                  <a:close/>
                  <a:moveTo>
                    <a:pt x="2182241" y="2296795"/>
                  </a:moveTo>
                  <a:lnTo>
                    <a:pt x="2182241" y="2245995"/>
                  </a:lnTo>
                  <a:lnTo>
                    <a:pt x="2182241" y="2296795"/>
                  </a:lnTo>
                  <a:close/>
                  <a:moveTo>
                    <a:pt x="2182241" y="2195195"/>
                  </a:moveTo>
                  <a:lnTo>
                    <a:pt x="2182241" y="2144395"/>
                  </a:lnTo>
                  <a:lnTo>
                    <a:pt x="2182241" y="2195195"/>
                  </a:lnTo>
                  <a:close/>
                  <a:moveTo>
                    <a:pt x="2182241" y="2093595"/>
                  </a:moveTo>
                  <a:lnTo>
                    <a:pt x="2182241" y="2042795"/>
                  </a:lnTo>
                  <a:lnTo>
                    <a:pt x="2182241" y="2093595"/>
                  </a:lnTo>
                  <a:close/>
                  <a:moveTo>
                    <a:pt x="2182241" y="1991995"/>
                  </a:moveTo>
                  <a:lnTo>
                    <a:pt x="2182241" y="1941195"/>
                  </a:lnTo>
                  <a:lnTo>
                    <a:pt x="2182241" y="1991995"/>
                  </a:lnTo>
                  <a:close/>
                  <a:moveTo>
                    <a:pt x="2182241" y="1890395"/>
                  </a:moveTo>
                  <a:lnTo>
                    <a:pt x="2182241" y="1839595"/>
                  </a:lnTo>
                  <a:lnTo>
                    <a:pt x="2182241" y="1890395"/>
                  </a:lnTo>
                  <a:close/>
                  <a:moveTo>
                    <a:pt x="2182241" y="1788795"/>
                  </a:moveTo>
                  <a:lnTo>
                    <a:pt x="2182241" y="1737995"/>
                  </a:lnTo>
                  <a:lnTo>
                    <a:pt x="2182241" y="1788795"/>
                  </a:lnTo>
                  <a:close/>
                  <a:moveTo>
                    <a:pt x="2182241" y="1687195"/>
                  </a:moveTo>
                  <a:lnTo>
                    <a:pt x="2182241" y="1678178"/>
                  </a:lnTo>
                  <a:lnTo>
                    <a:pt x="2169541" y="1678178"/>
                  </a:lnTo>
                  <a:lnTo>
                    <a:pt x="2156841" y="1678178"/>
                  </a:lnTo>
                  <a:cubicBezTo>
                    <a:pt x="2156841" y="1661033"/>
                    <a:pt x="2157095" y="1643888"/>
                    <a:pt x="2157603" y="1626870"/>
                  </a:cubicBezTo>
                  <a:lnTo>
                    <a:pt x="2183003" y="1627632"/>
                  </a:lnTo>
                  <a:cubicBezTo>
                    <a:pt x="2182495" y="1644396"/>
                    <a:pt x="2182241" y="1661287"/>
                    <a:pt x="2182241" y="1678178"/>
                  </a:cubicBezTo>
                  <a:lnTo>
                    <a:pt x="2182241" y="1687195"/>
                  </a:lnTo>
                  <a:close/>
                </a:path>
              </a:pathLst>
            </a:custGeom>
            <a:solidFill>
              <a:srgbClr val="479590"/>
            </a:solidFill>
          </p:spPr>
        </p:sp>
      </p:grpSp>
      <p:grpSp>
        <p:nvGrpSpPr>
          <p:cNvPr name="Group 8" id="8"/>
          <p:cNvGrpSpPr/>
          <p:nvPr/>
        </p:nvGrpSpPr>
        <p:grpSpPr>
          <a:xfrm rot="-5400000">
            <a:off x="-395129" y="5734575"/>
            <a:ext cx="7494810" cy="434375"/>
            <a:chOff x="0" y="0"/>
            <a:chExt cx="9993079" cy="579167"/>
          </a:xfrm>
        </p:grpSpPr>
        <p:sp>
          <p:nvSpPr>
            <p:cNvPr name="Freeform 9" id="9"/>
            <p:cNvSpPr/>
            <p:nvPr/>
          </p:nvSpPr>
          <p:spPr>
            <a:xfrm flipH="false" flipV="false" rot="0">
              <a:off x="0" y="0"/>
              <a:ext cx="9992995" cy="579120"/>
            </a:xfrm>
            <a:custGeom>
              <a:avLst/>
              <a:gdLst/>
              <a:ahLst/>
              <a:cxnLst/>
              <a:rect r="r" b="b" t="t" l="l"/>
              <a:pathLst>
                <a:path h="579120" w="9992995">
                  <a:moveTo>
                    <a:pt x="289560" y="0"/>
                  </a:moveTo>
                  <a:lnTo>
                    <a:pt x="9703435" y="0"/>
                  </a:lnTo>
                  <a:cubicBezTo>
                    <a:pt x="9863328" y="0"/>
                    <a:pt x="9992995" y="129667"/>
                    <a:pt x="9992995" y="289560"/>
                  </a:cubicBezTo>
                  <a:lnTo>
                    <a:pt x="9992995" y="579120"/>
                  </a:lnTo>
                  <a:lnTo>
                    <a:pt x="0" y="579120"/>
                  </a:lnTo>
                  <a:lnTo>
                    <a:pt x="0" y="289560"/>
                  </a:lnTo>
                  <a:cubicBezTo>
                    <a:pt x="0" y="129667"/>
                    <a:pt x="129667" y="0"/>
                    <a:pt x="289560" y="0"/>
                  </a:cubicBezTo>
                  <a:close/>
                </a:path>
              </a:pathLst>
            </a:custGeom>
            <a:solidFill>
              <a:srgbClr val="0070C0"/>
            </a:solidFill>
          </p:spPr>
        </p:sp>
        <p:sp>
          <p:nvSpPr>
            <p:cNvPr name="TextBox 10" id="10"/>
            <p:cNvSpPr txBox="true"/>
            <p:nvPr/>
          </p:nvSpPr>
          <p:spPr>
            <a:xfrm>
              <a:off x="0" y="-19050"/>
              <a:ext cx="9993079" cy="598217"/>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Equipo</a:t>
              </a:r>
            </a:p>
          </p:txBody>
        </p:sp>
      </p:grpSp>
      <p:sp>
        <p:nvSpPr>
          <p:cNvPr name="Freeform 11" id="11"/>
          <p:cNvSpPr/>
          <p:nvPr/>
        </p:nvSpPr>
        <p:spPr>
          <a:xfrm flipH="false" flipV="false" rot="0">
            <a:off x="5025004" y="5903937"/>
            <a:ext cx="514635" cy="571240"/>
          </a:xfrm>
          <a:custGeom>
            <a:avLst/>
            <a:gdLst/>
            <a:ahLst/>
            <a:cxnLst/>
            <a:rect r="r" b="b" t="t" l="l"/>
            <a:pathLst>
              <a:path h="571240" w="514635">
                <a:moveTo>
                  <a:pt x="0" y="0"/>
                </a:moveTo>
                <a:lnTo>
                  <a:pt x="514636" y="0"/>
                </a:lnTo>
                <a:lnTo>
                  <a:pt x="514636" y="571241"/>
                </a:lnTo>
                <a:lnTo>
                  <a:pt x="0" y="571241"/>
                </a:lnTo>
                <a:lnTo>
                  <a:pt x="0" y="0"/>
                </a:lnTo>
                <a:close/>
              </a:path>
            </a:pathLst>
          </a:custGeom>
          <a:blipFill>
            <a:blip r:embed="rId4"/>
            <a:stretch>
              <a:fillRect l="0" t="-225" r="0" b="-225"/>
            </a:stretch>
          </a:blipFill>
        </p:spPr>
      </p:sp>
      <p:sp>
        <p:nvSpPr>
          <p:cNvPr name="Freeform 12" id="12"/>
          <p:cNvSpPr/>
          <p:nvPr/>
        </p:nvSpPr>
        <p:spPr>
          <a:xfrm flipH="false" flipV="false" rot="0">
            <a:off x="5041343" y="2464996"/>
            <a:ext cx="425321" cy="571240"/>
          </a:xfrm>
          <a:custGeom>
            <a:avLst/>
            <a:gdLst/>
            <a:ahLst/>
            <a:cxnLst/>
            <a:rect r="r" b="b" t="t" l="l"/>
            <a:pathLst>
              <a:path h="571240" w="425321">
                <a:moveTo>
                  <a:pt x="0" y="0"/>
                </a:moveTo>
                <a:lnTo>
                  <a:pt x="425320" y="0"/>
                </a:lnTo>
                <a:lnTo>
                  <a:pt x="425320" y="571241"/>
                </a:lnTo>
                <a:lnTo>
                  <a:pt x="0" y="571241"/>
                </a:lnTo>
                <a:lnTo>
                  <a:pt x="0" y="0"/>
                </a:lnTo>
                <a:close/>
              </a:path>
            </a:pathLst>
          </a:custGeom>
          <a:blipFill>
            <a:blip r:embed="rId5"/>
            <a:stretch>
              <a:fillRect l="0" t="-1492" r="0" b="-1492"/>
            </a:stretch>
          </a:blipFill>
        </p:spPr>
      </p:sp>
      <p:sp>
        <p:nvSpPr>
          <p:cNvPr name="Freeform 13" id="13"/>
          <p:cNvSpPr/>
          <p:nvPr/>
        </p:nvSpPr>
        <p:spPr>
          <a:xfrm flipH="false" flipV="false" rot="0">
            <a:off x="5041340" y="7201292"/>
            <a:ext cx="514635" cy="571240"/>
          </a:xfrm>
          <a:custGeom>
            <a:avLst/>
            <a:gdLst/>
            <a:ahLst/>
            <a:cxnLst/>
            <a:rect r="r" b="b" t="t" l="l"/>
            <a:pathLst>
              <a:path h="571240" w="514635">
                <a:moveTo>
                  <a:pt x="0" y="0"/>
                </a:moveTo>
                <a:lnTo>
                  <a:pt x="514634" y="0"/>
                </a:lnTo>
                <a:lnTo>
                  <a:pt x="514634" y="571240"/>
                </a:lnTo>
                <a:lnTo>
                  <a:pt x="0" y="571240"/>
                </a:lnTo>
                <a:lnTo>
                  <a:pt x="0" y="0"/>
                </a:lnTo>
                <a:close/>
              </a:path>
            </a:pathLst>
          </a:custGeom>
          <a:blipFill>
            <a:blip r:embed="rId4"/>
            <a:stretch>
              <a:fillRect l="0" t="-225" r="0" b="-225"/>
            </a:stretch>
          </a:blipFill>
        </p:spPr>
      </p:sp>
      <p:sp>
        <p:nvSpPr>
          <p:cNvPr name="TextBox 14" id="14"/>
          <p:cNvSpPr txBox="true"/>
          <p:nvPr/>
        </p:nvSpPr>
        <p:spPr>
          <a:xfrm rot="0">
            <a:off x="6379233" y="3644040"/>
            <a:ext cx="4028598" cy="387040"/>
          </a:xfrm>
          <a:prstGeom prst="rect">
            <a:avLst/>
          </a:prstGeom>
        </p:spPr>
        <p:txBody>
          <a:bodyPr anchor="t" rtlCol="false" tIns="0" lIns="0" bIns="0" rIns="0">
            <a:spAutoFit/>
          </a:bodyPr>
          <a:lstStyle/>
          <a:p>
            <a:pPr algn="l">
              <a:lnSpc>
                <a:spcPts val="2520"/>
              </a:lnSpc>
            </a:pPr>
            <a:r>
              <a:rPr lang="en-US" b="true" sz="2100" spc="-10">
                <a:solidFill>
                  <a:srgbClr val="323E4F"/>
                </a:solidFill>
                <a:latin typeface="Evolventa Bold"/>
                <a:ea typeface="Evolventa Bold"/>
                <a:cs typeface="Evolventa Bold"/>
                <a:sym typeface="Evolventa Bold"/>
              </a:rPr>
              <a:t>Eduardo Solano</a:t>
            </a:r>
          </a:p>
        </p:txBody>
      </p:sp>
      <p:sp>
        <p:nvSpPr>
          <p:cNvPr name="TextBox 15" id="15"/>
          <p:cNvSpPr txBox="true"/>
          <p:nvPr/>
        </p:nvSpPr>
        <p:spPr>
          <a:xfrm rot="0">
            <a:off x="6379233" y="4922133"/>
            <a:ext cx="4028598" cy="387040"/>
          </a:xfrm>
          <a:prstGeom prst="rect">
            <a:avLst/>
          </a:prstGeom>
        </p:spPr>
        <p:txBody>
          <a:bodyPr anchor="t" rtlCol="false" tIns="0" lIns="0" bIns="0" rIns="0">
            <a:spAutoFit/>
          </a:bodyPr>
          <a:lstStyle/>
          <a:p>
            <a:pPr algn="l">
              <a:lnSpc>
                <a:spcPts val="2520"/>
              </a:lnSpc>
            </a:pPr>
            <a:r>
              <a:rPr lang="en-US" b="true" sz="2100" spc="-10">
                <a:solidFill>
                  <a:srgbClr val="323E4F"/>
                </a:solidFill>
                <a:latin typeface="Evolventa Bold"/>
                <a:ea typeface="Evolventa Bold"/>
                <a:cs typeface="Evolventa Bold"/>
                <a:sym typeface="Evolventa Bold"/>
              </a:rPr>
              <a:t>Gladis Llamas</a:t>
            </a:r>
          </a:p>
        </p:txBody>
      </p:sp>
      <p:sp>
        <p:nvSpPr>
          <p:cNvPr name="TextBox 16" id="16"/>
          <p:cNvSpPr txBox="true"/>
          <p:nvPr/>
        </p:nvSpPr>
        <p:spPr>
          <a:xfrm rot="0">
            <a:off x="6379233" y="6101050"/>
            <a:ext cx="4028598" cy="387040"/>
          </a:xfrm>
          <a:prstGeom prst="rect">
            <a:avLst/>
          </a:prstGeom>
        </p:spPr>
        <p:txBody>
          <a:bodyPr anchor="t" rtlCol="false" tIns="0" lIns="0" bIns="0" rIns="0">
            <a:spAutoFit/>
          </a:bodyPr>
          <a:lstStyle/>
          <a:p>
            <a:pPr algn="l">
              <a:lnSpc>
                <a:spcPts val="2520"/>
              </a:lnSpc>
            </a:pPr>
            <a:r>
              <a:rPr lang="en-US" b="true" sz="2100" spc="-10">
                <a:solidFill>
                  <a:srgbClr val="323E4F"/>
                </a:solidFill>
                <a:latin typeface="Evolventa Bold"/>
                <a:ea typeface="Evolventa Bold"/>
                <a:cs typeface="Evolventa Bold"/>
                <a:sym typeface="Evolventa Bold"/>
              </a:rPr>
              <a:t>Yan Cuadro</a:t>
            </a:r>
          </a:p>
        </p:txBody>
      </p:sp>
      <p:sp>
        <p:nvSpPr>
          <p:cNvPr name="TextBox 17" id="17"/>
          <p:cNvSpPr txBox="true"/>
          <p:nvPr/>
        </p:nvSpPr>
        <p:spPr>
          <a:xfrm rot="0">
            <a:off x="6157164" y="7339771"/>
            <a:ext cx="4028598" cy="387040"/>
          </a:xfrm>
          <a:prstGeom prst="rect">
            <a:avLst/>
          </a:prstGeom>
        </p:spPr>
        <p:txBody>
          <a:bodyPr anchor="t" rtlCol="false" tIns="0" lIns="0" bIns="0" rIns="0">
            <a:spAutoFit/>
          </a:bodyPr>
          <a:lstStyle/>
          <a:p>
            <a:pPr algn="l">
              <a:lnSpc>
                <a:spcPts val="2520"/>
              </a:lnSpc>
            </a:pPr>
            <a:r>
              <a:rPr lang="en-US" b="true" sz="2100" spc="-10">
                <a:solidFill>
                  <a:srgbClr val="323E4F"/>
                </a:solidFill>
                <a:latin typeface="Evolventa Bold"/>
                <a:ea typeface="Evolventa Bold"/>
                <a:cs typeface="Evolventa Bold"/>
                <a:sym typeface="Evolventa Bold"/>
              </a:rPr>
              <a:t>Leonardo Castillo</a:t>
            </a:r>
          </a:p>
        </p:txBody>
      </p:sp>
      <p:sp>
        <p:nvSpPr>
          <p:cNvPr name="TextBox 18" id="18"/>
          <p:cNvSpPr txBox="true"/>
          <p:nvPr/>
        </p:nvSpPr>
        <p:spPr>
          <a:xfrm rot="0">
            <a:off x="5590095" y="604974"/>
            <a:ext cx="6669285"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Equipo: Proyecto Programación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2365530" y="6460807"/>
            <a:ext cx="13556940"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Objetivos  - Contextualización del Proyecto</a:t>
            </a:r>
          </a:p>
        </p:txBody>
      </p:sp>
      <p:sp>
        <p:nvSpPr>
          <p:cNvPr name="Freeform 4" id="4" descr="De lo análogico a lo digital: Análisis de datos"/>
          <p:cNvSpPr/>
          <p:nvPr/>
        </p:nvSpPr>
        <p:spPr>
          <a:xfrm flipH="false" flipV="false" rot="0">
            <a:off x="6781815" y="3843338"/>
            <a:ext cx="3957638" cy="2600325"/>
          </a:xfrm>
          <a:custGeom>
            <a:avLst/>
            <a:gdLst/>
            <a:ahLst/>
            <a:cxnLst/>
            <a:rect r="r" b="b" t="t" l="l"/>
            <a:pathLst>
              <a:path h="2600325" w="3957638">
                <a:moveTo>
                  <a:pt x="0" y="0"/>
                </a:moveTo>
                <a:lnTo>
                  <a:pt x="3957637" y="0"/>
                </a:lnTo>
                <a:lnTo>
                  <a:pt x="3957637" y="2600324"/>
                </a:lnTo>
                <a:lnTo>
                  <a:pt x="0" y="2600324"/>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grpSp>
        <p:nvGrpSpPr>
          <p:cNvPr name="Group 3" id="3"/>
          <p:cNvGrpSpPr/>
          <p:nvPr/>
        </p:nvGrpSpPr>
        <p:grpSpPr>
          <a:xfrm rot="0">
            <a:off x="594633" y="2178506"/>
            <a:ext cx="17229363" cy="2076449"/>
            <a:chOff x="0" y="0"/>
            <a:chExt cx="22972484" cy="2768598"/>
          </a:xfrm>
        </p:grpSpPr>
        <p:sp>
          <p:nvSpPr>
            <p:cNvPr name="Freeform 4" id="4"/>
            <p:cNvSpPr/>
            <p:nvPr/>
          </p:nvSpPr>
          <p:spPr>
            <a:xfrm flipH="false" flipV="false" rot="0">
              <a:off x="-606425" y="-3129661"/>
              <a:ext cx="23499190" cy="5968746"/>
            </a:xfrm>
            <a:custGeom>
              <a:avLst/>
              <a:gdLst/>
              <a:ahLst/>
              <a:cxnLst/>
              <a:rect r="r" b="b" t="t" l="l"/>
              <a:pathLst>
                <a:path h="5968746" w="23499190">
                  <a:moveTo>
                    <a:pt x="617982" y="3495929"/>
                  </a:moveTo>
                  <a:cubicBezTo>
                    <a:pt x="621919" y="3478784"/>
                    <a:pt x="626618" y="3462147"/>
                    <a:pt x="632333" y="3445764"/>
                  </a:cubicBezTo>
                  <a:lnTo>
                    <a:pt x="656336" y="3454146"/>
                  </a:lnTo>
                  <a:cubicBezTo>
                    <a:pt x="651002" y="3469640"/>
                    <a:pt x="646430" y="3485388"/>
                    <a:pt x="642747" y="3501517"/>
                  </a:cubicBezTo>
                  <a:close/>
                  <a:moveTo>
                    <a:pt x="677037" y="3403092"/>
                  </a:moveTo>
                  <a:cubicBezTo>
                    <a:pt x="684657" y="3387344"/>
                    <a:pt x="693039" y="3372104"/>
                    <a:pt x="702183" y="3357372"/>
                  </a:cubicBezTo>
                  <a:lnTo>
                    <a:pt x="723646" y="3370834"/>
                  </a:lnTo>
                  <a:cubicBezTo>
                    <a:pt x="714883" y="3384804"/>
                    <a:pt x="707009" y="3399155"/>
                    <a:pt x="699770" y="3414014"/>
                  </a:cubicBezTo>
                  <a:close/>
                  <a:moveTo>
                    <a:pt x="755015" y="3325749"/>
                  </a:moveTo>
                  <a:cubicBezTo>
                    <a:pt x="765810" y="3312160"/>
                    <a:pt x="777367" y="3299079"/>
                    <a:pt x="789686" y="3286760"/>
                  </a:cubicBezTo>
                  <a:lnTo>
                    <a:pt x="807720" y="3304667"/>
                  </a:lnTo>
                  <a:cubicBezTo>
                    <a:pt x="796163" y="3316351"/>
                    <a:pt x="785241" y="3328670"/>
                    <a:pt x="774954" y="3341624"/>
                  </a:cubicBezTo>
                  <a:close/>
                  <a:moveTo>
                    <a:pt x="848233" y="3267583"/>
                  </a:moveTo>
                  <a:cubicBezTo>
                    <a:pt x="861695" y="3256661"/>
                    <a:pt x="875792" y="3246501"/>
                    <a:pt x="890524" y="3237103"/>
                  </a:cubicBezTo>
                  <a:lnTo>
                    <a:pt x="904240" y="3258439"/>
                  </a:lnTo>
                  <a:cubicBezTo>
                    <a:pt x="823087" y="3234944"/>
                    <a:pt x="809625" y="3244596"/>
                    <a:pt x="796925" y="3255010"/>
                  </a:cubicBezTo>
                  <a:close/>
                  <a:moveTo>
                    <a:pt x="884555" y="3198749"/>
                  </a:moveTo>
                  <a:cubicBezTo>
                    <a:pt x="900049" y="3191002"/>
                    <a:pt x="916051" y="3184144"/>
                    <a:pt x="932434" y="3178175"/>
                  </a:cubicBezTo>
                  <a:lnTo>
                    <a:pt x="941197" y="3202051"/>
                  </a:lnTo>
                  <a:cubicBezTo>
                    <a:pt x="925703" y="3207766"/>
                    <a:pt x="910463" y="3214243"/>
                    <a:pt x="895858" y="3221482"/>
                  </a:cubicBezTo>
                  <a:close/>
                  <a:moveTo>
                    <a:pt x="993648" y="3185795"/>
                  </a:moveTo>
                  <a:cubicBezTo>
                    <a:pt x="983234" y="3139186"/>
                    <a:pt x="1000252" y="3136011"/>
                    <a:pt x="1017651" y="3133725"/>
                  </a:cubicBezTo>
                  <a:lnTo>
                    <a:pt x="1020953" y="3158871"/>
                  </a:lnTo>
                  <a:cubicBezTo>
                    <a:pt x="1004443" y="3161030"/>
                    <a:pt x="988314" y="3164078"/>
                    <a:pt x="972439" y="3167888"/>
                  </a:cubicBezTo>
                  <a:close/>
                  <a:moveTo>
                    <a:pt x="1069721" y="3129788"/>
                  </a:moveTo>
                  <a:cubicBezTo>
                    <a:pt x="1073150" y="3129661"/>
                    <a:pt x="1076579" y="3129661"/>
                    <a:pt x="1080135" y="3129661"/>
                  </a:cubicBezTo>
                  <a:lnTo>
                    <a:pt x="1080135" y="3142361"/>
                  </a:lnTo>
                  <a:lnTo>
                    <a:pt x="1080135" y="3129661"/>
                  </a:lnTo>
                  <a:lnTo>
                    <a:pt x="1120902" y="3129661"/>
                  </a:lnTo>
                  <a:lnTo>
                    <a:pt x="1120902" y="3155061"/>
                  </a:lnTo>
                  <a:lnTo>
                    <a:pt x="1080008" y="3155061"/>
                  </a:lnTo>
                  <a:cubicBezTo>
                    <a:pt x="1076706" y="3155061"/>
                    <a:pt x="1073404" y="3155061"/>
                    <a:pt x="1070229" y="3155188"/>
                  </a:cubicBezTo>
                  <a:close/>
                  <a:moveTo>
                    <a:pt x="1171702" y="3129661"/>
                  </a:moveTo>
                  <a:lnTo>
                    <a:pt x="1222502" y="3129661"/>
                  </a:lnTo>
                  <a:lnTo>
                    <a:pt x="1222502" y="3155061"/>
                  </a:lnTo>
                  <a:lnTo>
                    <a:pt x="1171702" y="3155061"/>
                  </a:lnTo>
                  <a:close/>
                  <a:moveTo>
                    <a:pt x="1273302" y="3155061"/>
                  </a:moveTo>
                  <a:lnTo>
                    <a:pt x="1324102" y="3155061"/>
                  </a:lnTo>
                  <a:lnTo>
                    <a:pt x="1273302" y="3155061"/>
                  </a:lnTo>
                  <a:close/>
                  <a:moveTo>
                    <a:pt x="1374902" y="3155061"/>
                  </a:moveTo>
                  <a:lnTo>
                    <a:pt x="1425702" y="3155061"/>
                  </a:lnTo>
                  <a:lnTo>
                    <a:pt x="1374902" y="3155061"/>
                  </a:lnTo>
                  <a:close/>
                  <a:moveTo>
                    <a:pt x="1476502" y="3155061"/>
                  </a:moveTo>
                  <a:lnTo>
                    <a:pt x="1527302" y="3155061"/>
                  </a:lnTo>
                  <a:lnTo>
                    <a:pt x="1476502" y="3155061"/>
                  </a:lnTo>
                  <a:close/>
                  <a:moveTo>
                    <a:pt x="1578102" y="3155061"/>
                  </a:moveTo>
                  <a:lnTo>
                    <a:pt x="1628902" y="3155061"/>
                  </a:lnTo>
                  <a:lnTo>
                    <a:pt x="1578102" y="3155061"/>
                  </a:lnTo>
                  <a:close/>
                  <a:moveTo>
                    <a:pt x="1679702" y="3155061"/>
                  </a:moveTo>
                  <a:lnTo>
                    <a:pt x="1730502" y="3155061"/>
                  </a:lnTo>
                  <a:lnTo>
                    <a:pt x="1679702" y="3155061"/>
                  </a:lnTo>
                  <a:close/>
                  <a:moveTo>
                    <a:pt x="1781302" y="3155061"/>
                  </a:moveTo>
                  <a:lnTo>
                    <a:pt x="1832102" y="3155061"/>
                  </a:lnTo>
                  <a:lnTo>
                    <a:pt x="1781302" y="3155061"/>
                  </a:lnTo>
                  <a:close/>
                  <a:moveTo>
                    <a:pt x="1882902" y="3155061"/>
                  </a:moveTo>
                  <a:lnTo>
                    <a:pt x="1933702" y="3155061"/>
                  </a:lnTo>
                  <a:lnTo>
                    <a:pt x="1882902" y="3155061"/>
                  </a:lnTo>
                  <a:close/>
                  <a:moveTo>
                    <a:pt x="1984502" y="3155061"/>
                  </a:moveTo>
                  <a:lnTo>
                    <a:pt x="2035302" y="3155061"/>
                  </a:lnTo>
                  <a:lnTo>
                    <a:pt x="1984502" y="3155061"/>
                  </a:lnTo>
                  <a:close/>
                  <a:moveTo>
                    <a:pt x="2086102" y="3155061"/>
                  </a:moveTo>
                  <a:lnTo>
                    <a:pt x="2136902" y="3155061"/>
                  </a:lnTo>
                  <a:lnTo>
                    <a:pt x="2086102" y="3155061"/>
                  </a:lnTo>
                  <a:close/>
                  <a:moveTo>
                    <a:pt x="2187702" y="3155061"/>
                  </a:moveTo>
                  <a:lnTo>
                    <a:pt x="2238502" y="3155061"/>
                  </a:lnTo>
                  <a:lnTo>
                    <a:pt x="2187702" y="3155061"/>
                  </a:lnTo>
                  <a:close/>
                  <a:moveTo>
                    <a:pt x="2289302" y="3155061"/>
                  </a:moveTo>
                  <a:lnTo>
                    <a:pt x="2340102" y="3155061"/>
                  </a:lnTo>
                  <a:lnTo>
                    <a:pt x="2289302" y="3155061"/>
                  </a:lnTo>
                  <a:close/>
                  <a:moveTo>
                    <a:pt x="2390902" y="3155061"/>
                  </a:moveTo>
                  <a:lnTo>
                    <a:pt x="2441702" y="3155061"/>
                  </a:lnTo>
                  <a:lnTo>
                    <a:pt x="2390902" y="3155061"/>
                  </a:lnTo>
                  <a:close/>
                  <a:moveTo>
                    <a:pt x="2492502" y="3155061"/>
                  </a:moveTo>
                  <a:lnTo>
                    <a:pt x="2543302" y="3155061"/>
                  </a:lnTo>
                  <a:lnTo>
                    <a:pt x="2492502" y="3155061"/>
                  </a:lnTo>
                  <a:close/>
                  <a:moveTo>
                    <a:pt x="2594102" y="3155061"/>
                  </a:moveTo>
                  <a:lnTo>
                    <a:pt x="2644902" y="3155061"/>
                  </a:lnTo>
                  <a:lnTo>
                    <a:pt x="2594102" y="3155061"/>
                  </a:lnTo>
                  <a:close/>
                  <a:moveTo>
                    <a:pt x="2695702" y="3155061"/>
                  </a:moveTo>
                  <a:lnTo>
                    <a:pt x="2746502" y="3155061"/>
                  </a:lnTo>
                  <a:lnTo>
                    <a:pt x="2695702" y="3155061"/>
                  </a:lnTo>
                  <a:close/>
                  <a:moveTo>
                    <a:pt x="2797302" y="3155061"/>
                  </a:moveTo>
                  <a:lnTo>
                    <a:pt x="2848102" y="3155061"/>
                  </a:lnTo>
                  <a:lnTo>
                    <a:pt x="2797302" y="3155061"/>
                  </a:lnTo>
                  <a:close/>
                  <a:moveTo>
                    <a:pt x="2898902" y="3155061"/>
                  </a:moveTo>
                  <a:lnTo>
                    <a:pt x="2949702" y="3155061"/>
                  </a:lnTo>
                  <a:lnTo>
                    <a:pt x="2898902" y="3155061"/>
                  </a:lnTo>
                  <a:close/>
                  <a:moveTo>
                    <a:pt x="3000502" y="3155061"/>
                  </a:moveTo>
                  <a:lnTo>
                    <a:pt x="3051302" y="3155061"/>
                  </a:lnTo>
                  <a:lnTo>
                    <a:pt x="3000502" y="3155061"/>
                  </a:lnTo>
                  <a:close/>
                  <a:moveTo>
                    <a:pt x="3102102" y="3155061"/>
                  </a:moveTo>
                  <a:lnTo>
                    <a:pt x="3152902" y="3155061"/>
                  </a:lnTo>
                  <a:lnTo>
                    <a:pt x="3102102" y="3155061"/>
                  </a:lnTo>
                  <a:close/>
                  <a:moveTo>
                    <a:pt x="3203702" y="3155061"/>
                  </a:moveTo>
                  <a:lnTo>
                    <a:pt x="3254502" y="3155061"/>
                  </a:lnTo>
                  <a:lnTo>
                    <a:pt x="3203702" y="3155061"/>
                  </a:lnTo>
                  <a:close/>
                  <a:moveTo>
                    <a:pt x="3305302" y="3155061"/>
                  </a:moveTo>
                  <a:lnTo>
                    <a:pt x="3356102" y="3155061"/>
                  </a:lnTo>
                  <a:lnTo>
                    <a:pt x="3305302" y="3155061"/>
                  </a:lnTo>
                  <a:close/>
                  <a:moveTo>
                    <a:pt x="3406902" y="3155061"/>
                  </a:moveTo>
                  <a:lnTo>
                    <a:pt x="3457702" y="3155061"/>
                  </a:lnTo>
                  <a:lnTo>
                    <a:pt x="3406902" y="3155061"/>
                  </a:lnTo>
                  <a:close/>
                  <a:moveTo>
                    <a:pt x="3508502" y="3155061"/>
                  </a:moveTo>
                  <a:lnTo>
                    <a:pt x="3559302" y="3155061"/>
                  </a:lnTo>
                  <a:lnTo>
                    <a:pt x="3508502" y="3155061"/>
                  </a:lnTo>
                  <a:close/>
                  <a:moveTo>
                    <a:pt x="3610102" y="3155061"/>
                  </a:moveTo>
                  <a:lnTo>
                    <a:pt x="3660902" y="3155061"/>
                  </a:lnTo>
                  <a:lnTo>
                    <a:pt x="3610102" y="3155061"/>
                  </a:lnTo>
                  <a:close/>
                  <a:moveTo>
                    <a:pt x="3711702" y="3155061"/>
                  </a:moveTo>
                  <a:lnTo>
                    <a:pt x="3762502" y="3155061"/>
                  </a:lnTo>
                  <a:lnTo>
                    <a:pt x="3711702" y="3155061"/>
                  </a:lnTo>
                  <a:close/>
                  <a:moveTo>
                    <a:pt x="3813302" y="3155061"/>
                  </a:moveTo>
                  <a:lnTo>
                    <a:pt x="3864102" y="3155061"/>
                  </a:lnTo>
                  <a:lnTo>
                    <a:pt x="3813302" y="3155061"/>
                  </a:lnTo>
                  <a:close/>
                  <a:moveTo>
                    <a:pt x="3914902" y="3155061"/>
                  </a:moveTo>
                  <a:lnTo>
                    <a:pt x="3965702" y="3155061"/>
                  </a:lnTo>
                  <a:lnTo>
                    <a:pt x="3914902" y="3155061"/>
                  </a:lnTo>
                  <a:close/>
                  <a:moveTo>
                    <a:pt x="4016502" y="3155061"/>
                  </a:moveTo>
                  <a:lnTo>
                    <a:pt x="4067302" y="3155061"/>
                  </a:lnTo>
                  <a:lnTo>
                    <a:pt x="4016502" y="3155061"/>
                  </a:lnTo>
                  <a:close/>
                  <a:moveTo>
                    <a:pt x="4118102" y="3155061"/>
                  </a:moveTo>
                  <a:lnTo>
                    <a:pt x="4168902" y="3155061"/>
                  </a:lnTo>
                  <a:lnTo>
                    <a:pt x="4118102" y="3155061"/>
                  </a:lnTo>
                  <a:close/>
                  <a:moveTo>
                    <a:pt x="4219702" y="3155061"/>
                  </a:moveTo>
                  <a:lnTo>
                    <a:pt x="4270502" y="3155061"/>
                  </a:lnTo>
                  <a:lnTo>
                    <a:pt x="4219702" y="3155061"/>
                  </a:lnTo>
                  <a:close/>
                  <a:moveTo>
                    <a:pt x="4321302" y="3155061"/>
                  </a:moveTo>
                  <a:lnTo>
                    <a:pt x="4372102" y="3155061"/>
                  </a:lnTo>
                  <a:lnTo>
                    <a:pt x="4321302" y="3155061"/>
                  </a:lnTo>
                  <a:close/>
                  <a:moveTo>
                    <a:pt x="4422902" y="3155061"/>
                  </a:moveTo>
                  <a:lnTo>
                    <a:pt x="4473702" y="3155061"/>
                  </a:lnTo>
                  <a:lnTo>
                    <a:pt x="4422902" y="3155061"/>
                  </a:lnTo>
                  <a:close/>
                  <a:moveTo>
                    <a:pt x="4524502" y="3155061"/>
                  </a:moveTo>
                  <a:lnTo>
                    <a:pt x="4575302" y="3155061"/>
                  </a:lnTo>
                  <a:lnTo>
                    <a:pt x="4524502" y="3155061"/>
                  </a:lnTo>
                  <a:close/>
                  <a:moveTo>
                    <a:pt x="4626102" y="3155061"/>
                  </a:moveTo>
                  <a:lnTo>
                    <a:pt x="4676902" y="3155061"/>
                  </a:lnTo>
                  <a:lnTo>
                    <a:pt x="4626102" y="3155061"/>
                  </a:lnTo>
                  <a:close/>
                  <a:moveTo>
                    <a:pt x="4727702" y="3155061"/>
                  </a:moveTo>
                  <a:lnTo>
                    <a:pt x="4778502" y="3155061"/>
                  </a:lnTo>
                  <a:lnTo>
                    <a:pt x="4727702" y="3155061"/>
                  </a:lnTo>
                  <a:close/>
                  <a:moveTo>
                    <a:pt x="4829302" y="3155061"/>
                  </a:moveTo>
                  <a:lnTo>
                    <a:pt x="4880102" y="3155061"/>
                  </a:lnTo>
                  <a:lnTo>
                    <a:pt x="4829302" y="3155061"/>
                  </a:lnTo>
                  <a:close/>
                  <a:moveTo>
                    <a:pt x="4930902" y="3155061"/>
                  </a:moveTo>
                  <a:lnTo>
                    <a:pt x="4981702" y="3155061"/>
                  </a:lnTo>
                  <a:lnTo>
                    <a:pt x="4930902" y="3155061"/>
                  </a:lnTo>
                  <a:close/>
                  <a:moveTo>
                    <a:pt x="5032502" y="3155061"/>
                  </a:moveTo>
                  <a:lnTo>
                    <a:pt x="5083302" y="3155061"/>
                  </a:lnTo>
                  <a:lnTo>
                    <a:pt x="5032502" y="3155061"/>
                  </a:lnTo>
                  <a:close/>
                  <a:moveTo>
                    <a:pt x="5134102" y="3155061"/>
                  </a:moveTo>
                  <a:lnTo>
                    <a:pt x="5184902" y="3155061"/>
                  </a:lnTo>
                  <a:lnTo>
                    <a:pt x="5134102" y="3155061"/>
                  </a:lnTo>
                  <a:close/>
                  <a:moveTo>
                    <a:pt x="5235702" y="3155061"/>
                  </a:moveTo>
                  <a:lnTo>
                    <a:pt x="5286502" y="3155061"/>
                  </a:lnTo>
                  <a:lnTo>
                    <a:pt x="5235702" y="3155061"/>
                  </a:lnTo>
                  <a:close/>
                  <a:moveTo>
                    <a:pt x="5337302" y="3155061"/>
                  </a:moveTo>
                  <a:lnTo>
                    <a:pt x="5388102" y="3155061"/>
                  </a:lnTo>
                  <a:lnTo>
                    <a:pt x="5337302" y="3155061"/>
                  </a:lnTo>
                  <a:close/>
                  <a:moveTo>
                    <a:pt x="5438902" y="3155061"/>
                  </a:moveTo>
                  <a:lnTo>
                    <a:pt x="5489702" y="3155061"/>
                  </a:lnTo>
                  <a:lnTo>
                    <a:pt x="5438902" y="3155061"/>
                  </a:lnTo>
                  <a:close/>
                  <a:moveTo>
                    <a:pt x="5540502" y="3155061"/>
                  </a:moveTo>
                  <a:lnTo>
                    <a:pt x="5591302" y="3155061"/>
                  </a:lnTo>
                  <a:lnTo>
                    <a:pt x="5540502" y="3155061"/>
                  </a:lnTo>
                  <a:close/>
                  <a:moveTo>
                    <a:pt x="5642102" y="3155061"/>
                  </a:moveTo>
                  <a:lnTo>
                    <a:pt x="5692902" y="3155061"/>
                  </a:lnTo>
                  <a:lnTo>
                    <a:pt x="5642102" y="3155061"/>
                  </a:lnTo>
                  <a:close/>
                  <a:moveTo>
                    <a:pt x="5743702" y="3155061"/>
                  </a:moveTo>
                  <a:lnTo>
                    <a:pt x="5794502" y="3155061"/>
                  </a:lnTo>
                  <a:lnTo>
                    <a:pt x="5743702" y="3155061"/>
                  </a:lnTo>
                  <a:close/>
                  <a:moveTo>
                    <a:pt x="5845302" y="3155061"/>
                  </a:moveTo>
                  <a:lnTo>
                    <a:pt x="5896102" y="3155061"/>
                  </a:lnTo>
                  <a:lnTo>
                    <a:pt x="5845302" y="3155061"/>
                  </a:lnTo>
                  <a:close/>
                  <a:moveTo>
                    <a:pt x="5946902" y="3155061"/>
                  </a:moveTo>
                  <a:lnTo>
                    <a:pt x="5997702" y="3155061"/>
                  </a:lnTo>
                  <a:lnTo>
                    <a:pt x="5946902" y="3155061"/>
                  </a:lnTo>
                  <a:close/>
                  <a:moveTo>
                    <a:pt x="6048502" y="3155061"/>
                  </a:moveTo>
                  <a:lnTo>
                    <a:pt x="6099302" y="3155061"/>
                  </a:lnTo>
                  <a:lnTo>
                    <a:pt x="6048502" y="3155061"/>
                  </a:lnTo>
                  <a:close/>
                  <a:moveTo>
                    <a:pt x="6150102" y="3155061"/>
                  </a:moveTo>
                  <a:lnTo>
                    <a:pt x="6200902" y="3155061"/>
                  </a:lnTo>
                  <a:lnTo>
                    <a:pt x="6150102" y="3155061"/>
                  </a:lnTo>
                  <a:close/>
                  <a:moveTo>
                    <a:pt x="6251702" y="3155061"/>
                  </a:moveTo>
                  <a:lnTo>
                    <a:pt x="6302502" y="3155061"/>
                  </a:lnTo>
                  <a:lnTo>
                    <a:pt x="6251702" y="3155061"/>
                  </a:lnTo>
                  <a:close/>
                  <a:moveTo>
                    <a:pt x="6353302" y="3155061"/>
                  </a:moveTo>
                  <a:lnTo>
                    <a:pt x="6404102" y="3155061"/>
                  </a:lnTo>
                  <a:lnTo>
                    <a:pt x="6353302" y="3155061"/>
                  </a:lnTo>
                  <a:close/>
                  <a:moveTo>
                    <a:pt x="6454902" y="3155061"/>
                  </a:moveTo>
                  <a:lnTo>
                    <a:pt x="6505702" y="3155061"/>
                  </a:lnTo>
                  <a:lnTo>
                    <a:pt x="6454902" y="3155061"/>
                  </a:lnTo>
                  <a:close/>
                  <a:moveTo>
                    <a:pt x="6556502" y="3155061"/>
                  </a:moveTo>
                  <a:lnTo>
                    <a:pt x="6607302" y="3155061"/>
                  </a:lnTo>
                  <a:lnTo>
                    <a:pt x="6556502" y="3155061"/>
                  </a:lnTo>
                  <a:close/>
                  <a:moveTo>
                    <a:pt x="6658102" y="3155061"/>
                  </a:moveTo>
                  <a:lnTo>
                    <a:pt x="6708902" y="3155061"/>
                  </a:lnTo>
                  <a:lnTo>
                    <a:pt x="6658102" y="3155061"/>
                  </a:lnTo>
                  <a:close/>
                  <a:moveTo>
                    <a:pt x="6759702" y="3155061"/>
                  </a:moveTo>
                  <a:lnTo>
                    <a:pt x="6810502" y="3155061"/>
                  </a:lnTo>
                  <a:lnTo>
                    <a:pt x="6759702" y="3155061"/>
                  </a:lnTo>
                  <a:close/>
                  <a:moveTo>
                    <a:pt x="6861302" y="3155061"/>
                  </a:moveTo>
                  <a:lnTo>
                    <a:pt x="6912102" y="3155061"/>
                  </a:lnTo>
                  <a:lnTo>
                    <a:pt x="6861302" y="3155061"/>
                  </a:lnTo>
                  <a:close/>
                  <a:moveTo>
                    <a:pt x="6962902" y="3155061"/>
                  </a:moveTo>
                  <a:lnTo>
                    <a:pt x="7013702" y="3155061"/>
                  </a:lnTo>
                  <a:lnTo>
                    <a:pt x="6962902" y="3155061"/>
                  </a:lnTo>
                  <a:close/>
                  <a:moveTo>
                    <a:pt x="7064502" y="3155061"/>
                  </a:moveTo>
                  <a:lnTo>
                    <a:pt x="7115302" y="3155061"/>
                  </a:lnTo>
                  <a:lnTo>
                    <a:pt x="7064502" y="3155061"/>
                  </a:lnTo>
                  <a:close/>
                  <a:moveTo>
                    <a:pt x="7166102" y="3155061"/>
                  </a:moveTo>
                  <a:lnTo>
                    <a:pt x="7216902" y="3155061"/>
                  </a:lnTo>
                  <a:lnTo>
                    <a:pt x="7166102" y="3155061"/>
                  </a:lnTo>
                  <a:close/>
                  <a:moveTo>
                    <a:pt x="7267702" y="3155061"/>
                  </a:moveTo>
                  <a:lnTo>
                    <a:pt x="7318502" y="3155061"/>
                  </a:lnTo>
                  <a:lnTo>
                    <a:pt x="7267702" y="3155061"/>
                  </a:lnTo>
                  <a:close/>
                  <a:moveTo>
                    <a:pt x="7369302" y="3155061"/>
                  </a:moveTo>
                  <a:lnTo>
                    <a:pt x="7420102" y="3155061"/>
                  </a:lnTo>
                  <a:lnTo>
                    <a:pt x="7369302" y="3155061"/>
                  </a:lnTo>
                  <a:close/>
                  <a:moveTo>
                    <a:pt x="7470902" y="3155061"/>
                  </a:moveTo>
                  <a:lnTo>
                    <a:pt x="7521702" y="3155061"/>
                  </a:lnTo>
                  <a:lnTo>
                    <a:pt x="7470902" y="3155061"/>
                  </a:lnTo>
                  <a:close/>
                  <a:moveTo>
                    <a:pt x="7572502" y="3155061"/>
                  </a:moveTo>
                  <a:lnTo>
                    <a:pt x="7623302" y="3155061"/>
                  </a:lnTo>
                  <a:lnTo>
                    <a:pt x="7572502" y="3155061"/>
                  </a:lnTo>
                  <a:close/>
                  <a:moveTo>
                    <a:pt x="7674102" y="3155061"/>
                  </a:moveTo>
                  <a:lnTo>
                    <a:pt x="7724902" y="3155061"/>
                  </a:lnTo>
                  <a:lnTo>
                    <a:pt x="7674102" y="3155061"/>
                  </a:lnTo>
                  <a:close/>
                  <a:moveTo>
                    <a:pt x="7775702" y="3155061"/>
                  </a:moveTo>
                  <a:lnTo>
                    <a:pt x="7826502" y="3155061"/>
                  </a:lnTo>
                  <a:lnTo>
                    <a:pt x="7775702" y="3155061"/>
                  </a:lnTo>
                  <a:close/>
                  <a:moveTo>
                    <a:pt x="7877302" y="3155061"/>
                  </a:moveTo>
                  <a:lnTo>
                    <a:pt x="7928102" y="3155061"/>
                  </a:lnTo>
                  <a:lnTo>
                    <a:pt x="7877302" y="3155061"/>
                  </a:lnTo>
                  <a:close/>
                  <a:moveTo>
                    <a:pt x="7978902" y="3155061"/>
                  </a:moveTo>
                  <a:lnTo>
                    <a:pt x="8029702" y="3155061"/>
                  </a:lnTo>
                  <a:lnTo>
                    <a:pt x="7978902" y="3155061"/>
                  </a:lnTo>
                  <a:close/>
                  <a:moveTo>
                    <a:pt x="8080502" y="3155061"/>
                  </a:moveTo>
                  <a:lnTo>
                    <a:pt x="8131302" y="3155061"/>
                  </a:lnTo>
                  <a:lnTo>
                    <a:pt x="8080502" y="3155061"/>
                  </a:lnTo>
                  <a:close/>
                  <a:moveTo>
                    <a:pt x="8182102" y="3155061"/>
                  </a:moveTo>
                  <a:lnTo>
                    <a:pt x="8232902" y="3155061"/>
                  </a:lnTo>
                  <a:lnTo>
                    <a:pt x="8182102" y="3155061"/>
                  </a:lnTo>
                  <a:close/>
                  <a:moveTo>
                    <a:pt x="8283702" y="3155061"/>
                  </a:moveTo>
                  <a:lnTo>
                    <a:pt x="8334502" y="3155061"/>
                  </a:lnTo>
                  <a:lnTo>
                    <a:pt x="8283702" y="3155061"/>
                  </a:lnTo>
                  <a:close/>
                  <a:moveTo>
                    <a:pt x="8385302" y="3155061"/>
                  </a:moveTo>
                  <a:lnTo>
                    <a:pt x="8436102" y="3155061"/>
                  </a:lnTo>
                  <a:lnTo>
                    <a:pt x="8385302" y="3155061"/>
                  </a:lnTo>
                  <a:close/>
                  <a:moveTo>
                    <a:pt x="8486902" y="3155061"/>
                  </a:moveTo>
                  <a:lnTo>
                    <a:pt x="8537702" y="3155061"/>
                  </a:lnTo>
                  <a:lnTo>
                    <a:pt x="8486902" y="3155061"/>
                  </a:lnTo>
                  <a:close/>
                  <a:moveTo>
                    <a:pt x="8588502" y="3155061"/>
                  </a:moveTo>
                  <a:lnTo>
                    <a:pt x="8639302" y="3155061"/>
                  </a:lnTo>
                  <a:lnTo>
                    <a:pt x="8588502" y="3155061"/>
                  </a:lnTo>
                  <a:close/>
                  <a:moveTo>
                    <a:pt x="8690102" y="3155061"/>
                  </a:moveTo>
                  <a:lnTo>
                    <a:pt x="8740902" y="3155061"/>
                  </a:lnTo>
                  <a:lnTo>
                    <a:pt x="8690102" y="3155061"/>
                  </a:lnTo>
                  <a:close/>
                  <a:moveTo>
                    <a:pt x="8791702" y="3155061"/>
                  </a:moveTo>
                  <a:lnTo>
                    <a:pt x="8842502" y="3155061"/>
                  </a:lnTo>
                  <a:lnTo>
                    <a:pt x="8791702" y="3155061"/>
                  </a:lnTo>
                  <a:close/>
                  <a:moveTo>
                    <a:pt x="8893302" y="3155061"/>
                  </a:moveTo>
                  <a:lnTo>
                    <a:pt x="8944102" y="3155061"/>
                  </a:lnTo>
                  <a:lnTo>
                    <a:pt x="8893302" y="3155061"/>
                  </a:lnTo>
                  <a:close/>
                  <a:moveTo>
                    <a:pt x="8994902" y="3155061"/>
                  </a:moveTo>
                  <a:lnTo>
                    <a:pt x="9045702" y="3155061"/>
                  </a:lnTo>
                  <a:lnTo>
                    <a:pt x="8994902" y="3155061"/>
                  </a:lnTo>
                  <a:close/>
                  <a:moveTo>
                    <a:pt x="9096502" y="3155061"/>
                  </a:moveTo>
                  <a:lnTo>
                    <a:pt x="9147302" y="3155061"/>
                  </a:lnTo>
                  <a:lnTo>
                    <a:pt x="9096502" y="3155061"/>
                  </a:lnTo>
                  <a:close/>
                  <a:moveTo>
                    <a:pt x="9198102" y="3155061"/>
                  </a:moveTo>
                  <a:lnTo>
                    <a:pt x="9248902" y="3155061"/>
                  </a:lnTo>
                  <a:lnTo>
                    <a:pt x="9198102" y="3155061"/>
                  </a:lnTo>
                  <a:close/>
                  <a:moveTo>
                    <a:pt x="9299702" y="3155061"/>
                  </a:moveTo>
                  <a:lnTo>
                    <a:pt x="9350502" y="3155061"/>
                  </a:lnTo>
                  <a:lnTo>
                    <a:pt x="9299702" y="3155061"/>
                  </a:lnTo>
                  <a:close/>
                  <a:moveTo>
                    <a:pt x="9401302" y="3155061"/>
                  </a:moveTo>
                  <a:lnTo>
                    <a:pt x="9452102" y="3155061"/>
                  </a:lnTo>
                  <a:lnTo>
                    <a:pt x="9401302" y="3155061"/>
                  </a:lnTo>
                  <a:close/>
                  <a:moveTo>
                    <a:pt x="9502902" y="3155061"/>
                  </a:moveTo>
                  <a:lnTo>
                    <a:pt x="9553702" y="3155061"/>
                  </a:lnTo>
                  <a:lnTo>
                    <a:pt x="9502902" y="3155061"/>
                  </a:lnTo>
                  <a:close/>
                  <a:moveTo>
                    <a:pt x="9604502" y="3155061"/>
                  </a:moveTo>
                  <a:lnTo>
                    <a:pt x="9655302" y="3155061"/>
                  </a:lnTo>
                  <a:lnTo>
                    <a:pt x="9604502" y="3155061"/>
                  </a:lnTo>
                  <a:close/>
                  <a:moveTo>
                    <a:pt x="9706102" y="3155061"/>
                  </a:moveTo>
                  <a:lnTo>
                    <a:pt x="9756902" y="3155061"/>
                  </a:lnTo>
                  <a:lnTo>
                    <a:pt x="9706102" y="3155061"/>
                  </a:lnTo>
                  <a:close/>
                  <a:moveTo>
                    <a:pt x="9807702" y="3155061"/>
                  </a:moveTo>
                  <a:lnTo>
                    <a:pt x="9858502" y="3155061"/>
                  </a:lnTo>
                  <a:lnTo>
                    <a:pt x="9807702" y="3155061"/>
                  </a:lnTo>
                  <a:close/>
                  <a:moveTo>
                    <a:pt x="9909302" y="3155061"/>
                  </a:moveTo>
                  <a:lnTo>
                    <a:pt x="9960102" y="3155061"/>
                  </a:lnTo>
                  <a:lnTo>
                    <a:pt x="9909302" y="3155061"/>
                  </a:lnTo>
                  <a:close/>
                  <a:moveTo>
                    <a:pt x="10010902" y="3155061"/>
                  </a:moveTo>
                  <a:lnTo>
                    <a:pt x="10061702" y="3155061"/>
                  </a:lnTo>
                  <a:lnTo>
                    <a:pt x="10010902" y="3155061"/>
                  </a:lnTo>
                  <a:close/>
                  <a:moveTo>
                    <a:pt x="10112502" y="3155061"/>
                  </a:moveTo>
                  <a:lnTo>
                    <a:pt x="10163302" y="3155061"/>
                  </a:lnTo>
                  <a:lnTo>
                    <a:pt x="10112502" y="3155061"/>
                  </a:lnTo>
                  <a:close/>
                  <a:moveTo>
                    <a:pt x="10214102" y="3155061"/>
                  </a:moveTo>
                  <a:lnTo>
                    <a:pt x="10264902" y="3155061"/>
                  </a:lnTo>
                  <a:lnTo>
                    <a:pt x="10214102" y="3155061"/>
                  </a:lnTo>
                  <a:close/>
                  <a:moveTo>
                    <a:pt x="10315702" y="3155061"/>
                  </a:moveTo>
                  <a:lnTo>
                    <a:pt x="10366502" y="3155061"/>
                  </a:lnTo>
                  <a:lnTo>
                    <a:pt x="10315702" y="3155061"/>
                  </a:lnTo>
                  <a:close/>
                  <a:moveTo>
                    <a:pt x="10417302" y="3155061"/>
                  </a:moveTo>
                  <a:lnTo>
                    <a:pt x="10468102" y="3155061"/>
                  </a:lnTo>
                  <a:lnTo>
                    <a:pt x="10417302" y="3155061"/>
                  </a:lnTo>
                  <a:close/>
                  <a:moveTo>
                    <a:pt x="10518902" y="3155061"/>
                  </a:moveTo>
                  <a:lnTo>
                    <a:pt x="10569702" y="3155061"/>
                  </a:lnTo>
                  <a:lnTo>
                    <a:pt x="10518902" y="3155061"/>
                  </a:lnTo>
                  <a:close/>
                  <a:moveTo>
                    <a:pt x="10620502" y="3155061"/>
                  </a:moveTo>
                  <a:lnTo>
                    <a:pt x="10671302" y="3155061"/>
                  </a:lnTo>
                  <a:lnTo>
                    <a:pt x="10620502" y="3155061"/>
                  </a:lnTo>
                  <a:close/>
                  <a:moveTo>
                    <a:pt x="10722102" y="3155061"/>
                  </a:moveTo>
                  <a:lnTo>
                    <a:pt x="10772902" y="3155061"/>
                  </a:lnTo>
                  <a:lnTo>
                    <a:pt x="10722102" y="3155061"/>
                  </a:lnTo>
                  <a:close/>
                  <a:moveTo>
                    <a:pt x="10823702" y="3155061"/>
                  </a:moveTo>
                  <a:lnTo>
                    <a:pt x="10874502" y="3155061"/>
                  </a:lnTo>
                  <a:lnTo>
                    <a:pt x="10823702" y="3155061"/>
                  </a:lnTo>
                  <a:close/>
                  <a:moveTo>
                    <a:pt x="10925302" y="3155061"/>
                  </a:moveTo>
                  <a:lnTo>
                    <a:pt x="10976102" y="3155061"/>
                  </a:lnTo>
                  <a:lnTo>
                    <a:pt x="10925302" y="3155061"/>
                  </a:lnTo>
                  <a:close/>
                  <a:moveTo>
                    <a:pt x="11026902" y="3155061"/>
                  </a:moveTo>
                  <a:lnTo>
                    <a:pt x="11077702" y="3155061"/>
                  </a:lnTo>
                  <a:lnTo>
                    <a:pt x="11026902" y="3155061"/>
                  </a:lnTo>
                  <a:close/>
                  <a:moveTo>
                    <a:pt x="11128502" y="3155061"/>
                  </a:moveTo>
                  <a:lnTo>
                    <a:pt x="11179302" y="3155061"/>
                  </a:lnTo>
                  <a:lnTo>
                    <a:pt x="11128502" y="3155061"/>
                  </a:lnTo>
                  <a:close/>
                  <a:moveTo>
                    <a:pt x="11230102" y="3155061"/>
                  </a:moveTo>
                  <a:lnTo>
                    <a:pt x="11280902" y="3155061"/>
                  </a:lnTo>
                  <a:lnTo>
                    <a:pt x="11230102" y="3155061"/>
                  </a:lnTo>
                  <a:close/>
                  <a:moveTo>
                    <a:pt x="11331702" y="3155061"/>
                  </a:moveTo>
                  <a:lnTo>
                    <a:pt x="11382502" y="3155061"/>
                  </a:lnTo>
                  <a:lnTo>
                    <a:pt x="11331702" y="3155061"/>
                  </a:lnTo>
                  <a:close/>
                  <a:moveTo>
                    <a:pt x="11433302" y="3155061"/>
                  </a:moveTo>
                  <a:lnTo>
                    <a:pt x="11484102" y="3155061"/>
                  </a:lnTo>
                  <a:lnTo>
                    <a:pt x="11433302" y="3155061"/>
                  </a:lnTo>
                  <a:close/>
                  <a:moveTo>
                    <a:pt x="11534902" y="3155061"/>
                  </a:moveTo>
                  <a:lnTo>
                    <a:pt x="11585702" y="3155061"/>
                  </a:lnTo>
                  <a:lnTo>
                    <a:pt x="11534902" y="3155061"/>
                  </a:lnTo>
                  <a:close/>
                  <a:moveTo>
                    <a:pt x="11636502" y="3155061"/>
                  </a:moveTo>
                  <a:lnTo>
                    <a:pt x="11687302" y="3155061"/>
                  </a:lnTo>
                  <a:lnTo>
                    <a:pt x="11636502" y="3155061"/>
                  </a:lnTo>
                  <a:close/>
                  <a:moveTo>
                    <a:pt x="11738102" y="3155061"/>
                  </a:moveTo>
                  <a:lnTo>
                    <a:pt x="11788902" y="3155061"/>
                  </a:lnTo>
                  <a:lnTo>
                    <a:pt x="11738102" y="3155061"/>
                  </a:lnTo>
                  <a:close/>
                  <a:moveTo>
                    <a:pt x="11839702" y="3155061"/>
                  </a:moveTo>
                  <a:lnTo>
                    <a:pt x="11890502" y="3155061"/>
                  </a:lnTo>
                  <a:lnTo>
                    <a:pt x="11839702" y="3155061"/>
                  </a:lnTo>
                  <a:close/>
                  <a:moveTo>
                    <a:pt x="11941302" y="3155061"/>
                  </a:moveTo>
                  <a:lnTo>
                    <a:pt x="11992102" y="3155061"/>
                  </a:lnTo>
                  <a:lnTo>
                    <a:pt x="11941302" y="3155061"/>
                  </a:lnTo>
                  <a:close/>
                  <a:moveTo>
                    <a:pt x="12042902" y="3155061"/>
                  </a:moveTo>
                  <a:lnTo>
                    <a:pt x="12093702" y="3155061"/>
                  </a:lnTo>
                  <a:lnTo>
                    <a:pt x="12042902" y="3155061"/>
                  </a:lnTo>
                  <a:close/>
                  <a:moveTo>
                    <a:pt x="12144502" y="3155061"/>
                  </a:moveTo>
                  <a:lnTo>
                    <a:pt x="12195302" y="3155061"/>
                  </a:lnTo>
                  <a:lnTo>
                    <a:pt x="12144502" y="3155061"/>
                  </a:lnTo>
                  <a:close/>
                  <a:moveTo>
                    <a:pt x="12246102" y="3155061"/>
                  </a:moveTo>
                  <a:lnTo>
                    <a:pt x="12296902" y="3155061"/>
                  </a:lnTo>
                  <a:lnTo>
                    <a:pt x="12246102" y="3155061"/>
                  </a:lnTo>
                  <a:close/>
                  <a:moveTo>
                    <a:pt x="12347702" y="3155061"/>
                  </a:moveTo>
                  <a:lnTo>
                    <a:pt x="12398502" y="3155061"/>
                  </a:lnTo>
                  <a:lnTo>
                    <a:pt x="12347702" y="3155061"/>
                  </a:lnTo>
                  <a:close/>
                  <a:moveTo>
                    <a:pt x="12449302" y="3155061"/>
                  </a:moveTo>
                  <a:lnTo>
                    <a:pt x="12500102" y="3155061"/>
                  </a:lnTo>
                  <a:lnTo>
                    <a:pt x="12449302" y="3155061"/>
                  </a:lnTo>
                  <a:close/>
                  <a:moveTo>
                    <a:pt x="12550902" y="3155061"/>
                  </a:moveTo>
                  <a:lnTo>
                    <a:pt x="12601702" y="3155061"/>
                  </a:lnTo>
                  <a:lnTo>
                    <a:pt x="12550902" y="3155061"/>
                  </a:lnTo>
                  <a:close/>
                  <a:moveTo>
                    <a:pt x="12652502" y="3155061"/>
                  </a:moveTo>
                  <a:lnTo>
                    <a:pt x="12703302" y="3155061"/>
                  </a:lnTo>
                  <a:lnTo>
                    <a:pt x="12652502" y="3155061"/>
                  </a:lnTo>
                  <a:close/>
                  <a:moveTo>
                    <a:pt x="12754102" y="3155061"/>
                  </a:moveTo>
                  <a:lnTo>
                    <a:pt x="12804902" y="3155061"/>
                  </a:lnTo>
                  <a:lnTo>
                    <a:pt x="12754102" y="3155061"/>
                  </a:lnTo>
                  <a:close/>
                  <a:moveTo>
                    <a:pt x="12855702" y="3155061"/>
                  </a:moveTo>
                  <a:lnTo>
                    <a:pt x="12906502" y="3155061"/>
                  </a:lnTo>
                  <a:lnTo>
                    <a:pt x="12855702" y="3155061"/>
                  </a:lnTo>
                  <a:close/>
                  <a:moveTo>
                    <a:pt x="12957302" y="3155061"/>
                  </a:moveTo>
                  <a:lnTo>
                    <a:pt x="13008102" y="3155061"/>
                  </a:lnTo>
                  <a:lnTo>
                    <a:pt x="12957302" y="3155061"/>
                  </a:lnTo>
                  <a:close/>
                  <a:moveTo>
                    <a:pt x="13058902" y="3155061"/>
                  </a:moveTo>
                  <a:lnTo>
                    <a:pt x="13109702" y="3155061"/>
                  </a:lnTo>
                  <a:lnTo>
                    <a:pt x="13058902" y="3155061"/>
                  </a:lnTo>
                  <a:close/>
                  <a:moveTo>
                    <a:pt x="13160502" y="3155061"/>
                  </a:moveTo>
                  <a:lnTo>
                    <a:pt x="13211302" y="3155061"/>
                  </a:lnTo>
                  <a:lnTo>
                    <a:pt x="13160502" y="3155061"/>
                  </a:lnTo>
                  <a:close/>
                  <a:moveTo>
                    <a:pt x="13262102" y="3155061"/>
                  </a:moveTo>
                  <a:lnTo>
                    <a:pt x="13312902" y="3155061"/>
                  </a:lnTo>
                  <a:lnTo>
                    <a:pt x="13262102" y="3155061"/>
                  </a:lnTo>
                  <a:close/>
                  <a:moveTo>
                    <a:pt x="13363702" y="3155061"/>
                  </a:moveTo>
                  <a:lnTo>
                    <a:pt x="13414502" y="3155061"/>
                  </a:lnTo>
                  <a:lnTo>
                    <a:pt x="13363702" y="3155061"/>
                  </a:lnTo>
                  <a:close/>
                  <a:moveTo>
                    <a:pt x="13465302" y="3155061"/>
                  </a:moveTo>
                  <a:lnTo>
                    <a:pt x="13516102" y="3155061"/>
                  </a:lnTo>
                  <a:lnTo>
                    <a:pt x="13465302" y="3155061"/>
                  </a:lnTo>
                  <a:close/>
                  <a:moveTo>
                    <a:pt x="13566902" y="3155061"/>
                  </a:moveTo>
                  <a:lnTo>
                    <a:pt x="13617702" y="3155061"/>
                  </a:lnTo>
                  <a:lnTo>
                    <a:pt x="13566902" y="3155061"/>
                  </a:lnTo>
                  <a:close/>
                  <a:moveTo>
                    <a:pt x="13668502" y="3155061"/>
                  </a:moveTo>
                  <a:lnTo>
                    <a:pt x="13719302" y="3155061"/>
                  </a:lnTo>
                  <a:lnTo>
                    <a:pt x="13668502" y="3155061"/>
                  </a:lnTo>
                  <a:close/>
                  <a:moveTo>
                    <a:pt x="13770102" y="3155061"/>
                  </a:moveTo>
                  <a:lnTo>
                    <a:pt x="13820902" y="3155061"/>
                  </a:lnTo>
                  <a:lnTo>
                    <a:pt x="13770102" y="3155061"/>
                  </a:lnTo>
                  <a:close/>
                  <a:moveTo>
                    <a:pt x="13871702" y="3155061"/>
                  </a:moveTo>
                  <a:lnTo>
                    <a:pt x="13922502" y="3155061"/>
                  </a:lnTo>
                  <a:lnTo>
                    <a:pt x="13871702" y="3155061"/>
                  </a:lnTo>
                  <a:close/>
                  <a:moveTo>
                    <a:pt x="13973302" y="3155061"/>
                  </a:moveTo>
                  <a:lnTo>
                    <a:pt x="14024102" y="3155061"/>
                  </a:lnTo>
                  <a:lnTo>
                    <a:pt x="13973302" y="3155061"/>
                  </a:lnTo>
                  <a:close/>
                  <a:moveTo>
                    <a:pt x="14074902" y="3155061"/>
                  </a:moveTo>
                  <a:lnTo>
                    <a:pt x="14125702" y="3155061"/>
                  </a:lnTo>
                  <a:lnTo>
                    <a:pt x="14074902" y="3155061"/>
                  </a:lnTo>
                  <a:close/>
                  <a:moveTo>
                    <a:pt x="14176502" y="3155061"/>
                  </a:moveTo>
                  <a:lnTo>
                    <a:pt x="14227302" y="3155061"/>
                  </a:lnTo>
                  <a:lnTo>
                    <a:pt x="14176502" y="3155061"/>
                  </a:lnTo>
                  <a:close/>
                  <a:moveTo>
                    <a:pt x="14278102" y="3155061"/>
                  </a:moveTo>
                  <a:lnTo>
                    <a:pt x="14328902" y="3155061"/>
                  </a:lnTo>
                  <a:lnTo>
                    <a:pt x="14278102" y="3155061"/>
                  </a:lnTo>
                  <a:close/>
                  <a:moveTo>
                    <a:pt x="14379702" y="3155061"/>
                  </a:moveTo>
                  <a:lnTo>
                    <a:pt x="14430502" y="3155061"/>
                  </a:lnTo>
                  <a:lnTo>
                    <a:pt x="14379702" y="3155061"/>
                  </a:lnTo>
                  <a:close/>
                  <a:moveTo>
                    <a:pt x="14481302" y="3155061"/>
                  </a:moveTo>
                  <a:lnTo>
                    <a:pt x="14532102" y="3155061"/>
                  </a:lnTo>
                  <a:lnTo>
                    <a:pt x="14481302" y="3155061"/>
                  </a:lnTo>
                  <a:close/>
                  <a:moveTo>
                    <a:pt x="14582902" y="3155061"/>
                  </a:moveTo>
                  <a:lnTo>
                    <a:pt x="14633702" y="3155061"/>
                  </a:lnTo>
                  <a:lnTo>
                    <a:pt x="14582902" y="3155061"/>
                  </a:lnTo>
                  <a:close/>
                  <a:moveTo>
                    <a:pt x="14684502" y="3155061"/>
                  </a:moveTo>
                  <a:lnTo>
                    <a:pt x="14735302" y="3155061"/>
                  </a:lnTo>
                  <a:lnTo>
                    <a:pt x="14684502" y="3155061"/>
                  </a:lnTo>
                  <a:close/>
                  <a:moveTo>
                    <a:pt x="14786102" y="3155061"/>
                  </a:moveTo>
                  <a:lnTo>
                    <a:pt x="14836902" y="3155061"/>
                  </a:lnTo>
                  <a:lnTo>
                    <a:pt x="14786102" y="3155061"/>
                  </a:lnTo>
                  <a:close/>
                  <a:moveTo>
                    <a:pt x="14887702" y="3155061"/>
                  </a:moveTo>
                  <a:lnTo>
                    <a:pt x="14938502" y="3155061"/>
                  </a:lnTo>
                  <a:lnTo>
                    <a:pt x="14887702" y="3155061"/>
                  </a:lnTo>
                  <a:close/>
                  <a:moveTo>
                    <a:pt x="14989302" y="3155061"/>
                  </a:moveTo>
                  <a:lnTo>
                    <a:pt x="15040102" y="3155061"/>
                  </a:lnTo>
                  <a:lnTo>
                    <a:pt x="14989302" y="3155061"/>
                  </a:lnTo>
                  <a:close/>
                  <a:moveTo>
                    <a:pt x="15090902" y="3155061"/>
                  </a:moveTo>
                  <a:lnTo>
                    <a:pt x="15141702" y="3155061"/>
                  </a:lnTo>
                  <a:lnTo>
                    <a:pt x="15090902" y="3155061"/>
                  </a:lnTo>
                  <a:close/>
                  <a:moveTo>
                    <a:pt x="15192502" y="3155061"/>
                  </a:moveTo>
                  <a:lnTo>
                    <a:pt x="15243302" y="3155061"/>
                  </a:lnTo>
                  <a:lnTo>
                    <a:pt x="15192502" y="3155061"/>
                  </a:lnTo>
                  <a:close/>
                  <a:moveTo>
                    <a:pt x="15294102" y="3155061"/>
                  </a:moveTo>
                  <a:lnTo>
                    <a:pt x="15344902" y="3155061"/>
                  </a:lnTo>
                  <a:lnTo>
                    <a:pt x="15294102" y="3155061"/>
                  </a:lnTo>
                  <a:close/>
                  <a:moveTo>
                    <a:pt x="15395702" y="3155061"/>
                  </a:moveTo>
                  <a:lnTo>
                    <a:pt x="15446502" y="3155061"/>
                  </a:lnTo>
                  <a:lnTo>
                    <a:pt x="15395702" y="3155061"/>
                  </a:lnTo>
                  <a:close/>
                  <a:moveTo>
                    <a:pt x="15497302" y="3155061"/>
                  </a:moveTo>
                  <a:lnTo>
                    <a:pt x="15548102" y="3155061"/>
                  </a:lnTo>
                  <a:lnTo>
                    <a:pt x="15497302" y="3155061"/>
                  </a:lnTo>
                  <a:close/>
                  <a:moveTo>
                    <a:pt x="15598902" y="3155061"/>
                  </a:moveTo>
                  <a:lnTo>
                    <a:pt x="15649702" y="3155061"/>
                  </a:lnTo>
                  <a:lnTo>
                    <a:pt x="15598902" y="3155061"/>
                  </a:lnTo>
                  <a:close/>
                  <a:moveTo>
                    <a:pt x="15700502" y="3155061"/>
                  </a:moveTo>
                  <a:lnTo>
                    <a:pt x="15751302" y="3155061"/>
                  </a:lnTo>
                  <a:lnTo>
                    <a:pt x="15700502" y="3155061"/>
                  </a:lnTo>
                  <a:close/>
                  <a:moveTo>
                    <a:pt x="15802102" y="3155061"/>
                  </a:moveTo>
                  <a:lnTo>
                    <a:pt x="15852902" y="3155061"/>
                  </a:lnTo>
                  <a:lnTo>
                    <a:pt x="15802102" y="3155061"/>
                  </a:lnTo>
                  <a:close/>
                  <a:moveTo>
                    <a:pt x="15903702" y="3155061"/>
                  </a:moveTo>
                  <a:lnTo>
                    <a:pt x="15954502" y="3155061"/>
                  </a:lnTo>
                  <a:lnTo>
                    <a:pt x="15903702" y="3155061"/>
                  </a:lnTo>
                  <a:close/>
                  <a:moveTo>
                    <a:pt x="16005302" y="3155061"/>
                  </a:moveTo>
                  <a:lnTo>
                    <a:pt x="16056102" y="3155061"/>
                  </a:lnTo>
                  <a:lnTo>
                    <a:pt x="16005302" y="3155061"/>
                  </a:lnTo>
                  <a:close/>
                  <a:moveTo>
                    <a:pt x="16106902" y="3155061"/>
                  </a:moveTo>
                  <a:lnTo>
                    <a:pt x="16157702" y="3155061"/>
                  </a:lnTo>
                  <a:lnTo>
                    <a:pt x="16106902" y="3155061"/>
                  </a:lnTo>
                  <a:close/>
                  <a:moveTo>
                    <a:pt x="16208502" y="3155061"/>
                  </a:moveTo>
                  <a:lnTo>
                    <a:pt x="16259302" y="3155061"/>
                  </a:lnTo>
                  <a:lnTo>
                    <a:pt x="16208502" y="3155061"/>
                  </a:lnTo>
                  <a:close/>
                  <a:moveTo>
                    <a:pt x="16310102" y="3155061"/>
                  </a:moveTo>
                  <a:lnTo>
                    <a:pt x="16360902" y="3155061"/>
                  </a:lnTo>
                  <a:lnTo>
                    <a:pt x="16310102" y="3155061"/>
                  </a:lnTo>
                  <a:close/>
                  <a:moveTo>
                    <a:pt x="16411702" y="3155061"/>
                  </a:moveTo>
                  <a:lnTo>
                    <a:pt x="16462502" y="3155061"/>
                  </a:lnTo>
                  <a:lnTo>
                    <a:pt x="16411702" y="3155061"/>
                  </a:lnTo>
                  <a:close/>
                  <a:moveTo>
                    <a:pt x="16513302" y="3155061"/>
                  </a:moveTo>
                  <a:lnTo>
                    <a:pt x="16564102" y="3155061"/>
                  </a:lnTo>
                  <a:lnTo>
                    <a:pt x="16513302" y="3155061"/>
                  </a:lnTo>
                  <a:close/>
                  <a:moveTo>
                    <a:pt x="16614902" y="3155061"/>
                  </a:moveTo>
                  <a:lnTo>
                    <a:pt x="16665702" y="3155061"/>
                  </a:lnTo>
                  <a:lnTo>
                    <a:pt x="16614902" y="3155061"/>
                  </a:lnTo>
                  <a:close/>
                  <a:moveTo>
                    <a:pt x="16716502" y="3155061"/>
                  </a:moveTo>
                  <a:lnTo>
                    <a:pt x="16767302" y="3155061"/>
                  </a:lnTo>
                  <a:lnTo>
                    <a:pt x="16716502" y="3155061"/>
                  </a:lnTo>
                  <a:close/>
                  <a:moveTo>
                    <a:pt x="16818102" y="3155061"/>
                  </a:moveTo>
                  <a:lnTo>
                    <a:pt x="16868902" y="3155061"/>
                  </a:lnTo>
                  <a:lnTo>
                    <a:pt x="16818102" y="3155061"/>
                  </a:lnTo>
                  <a:close/>
                  <a:moveTo>
                    <a:pt x="16919702" y="3155061"/>
                  </a:moveTo>
                  <a:lnTo>
                    <a:pt x="16970502" y="3155061"/>
                  </a:lnTo>
                  <a:lnTo>
                    <a:pt x="16919702" y="3155061"/>
                  </a:lnTo>
                  <a:close/>
                  <a:moveTo>
                    <a:pt x="17021302" y="3155061"/>
                  </a:moveTo>
                  <a:lnTo>
                    <a:pt x="17072102" y="3155061"/>
                  </a:lnTo>
                  <a:lnTo>
                    <a:pt x="17021302" y="3155061"/>
                  </a:lnTo>
                  <a:close/>
                  <a:moveTo>
                    <a:pt x="17122902" y="3155061"/>
                  </a:moveTo>
                  <a:lnTo>
                    <a:pt x="17173702" y="3155061"/>
                  </a:lnTo>
                  <a:lnTo>
                    <a:pt x="17122902" y="3155061"/>
                  </a:lnTo>
                  <a:close/>
                  <a:moveTo>
                    <a:pt x="17224502" y="3155061"/>
                  </a:moveTo>
                  <a:lnTo>
                    <a:pt x="17275302" y="3155061"/>
                  </a:lnTo>
                  <a:lnTo>
                    <a:pt x="17224502" y="3155061"/>
                  </a:lnTo>
                  <a:close/>
                  <a:moveTo>
                    <a:pt x="17326102" y="3155061"/>
                  </a:moveTo>
                  <a:lnTo>
                    <a:pt x="17376902" y="3155061"/>
                  </a:lnTo>
                  <a:lnTo>
                    <a:pt x="17326102" y="3155061"/>
                  </a:lnTo>
                  <a:close/>
                  <a:moveTo>
                    <a:pt x="17427702" y="3155061"/>
                  </a:moveTo>
                  <a:lnTo>
                    <a:pt x="17478502" y="3155061"/>
                  </a:lnTo>
                  <a:lnTo>
                    <a:pt x="17427702" y="3155061"/>
                  </a:lnTo>
                  <a:close/>
                  <a:moveTo>
                    <a:pt x="17529302" y="3155061"/>
                  </a:moveTo>
                  <a:lnTo>
                    <a:pt x="17580102" y="3155061"/>
                  </a:lnTo>
                  <a:lnTo>
                    <a:pt x="17529302" y="3155061"/>
                  </a:lnTo>
                  <a:close/>
                  <a:moveTo>
                    <a:pt x="17630902" y="3155061"/>
                  </a:moveTo>
                  <a:lnTo>
                    <a:pt x="17681702" y="3155061"/>
                  </a:lnTo>
                  <a:lnTo>
                    <a:pt x="17630902" y="3155061"/>
                  </a:lnTo>
                  <a:close/>
                  <a:moveTo>
                    <a:pt x="17732502" y="3155061"/>
                  </a:moveTo>
                  <a:lnTo>
                    <a:pt x="17783302" y="3155061"/>
                  </a:lnTo>
                  <a:lnTo>
                    <a:pt x="17732502" y="3155061"/>
                  </a:lnTo>
                  <a:close/>
                  <a:moveTo>
                    <a:pt x="17834102" y="3155061"/>
                  </a:moveTo>
                  <a:lnTo>
                    <a:pt x="17884902" y="3155061"/>
                  </a:lnTo>
                  <a:lnTo>
                    <a:pt x="17834102" y="3155061"/>
                  </a:lnTo>
                  <a:close/>
                  <a:moveTo>
                    <a:pt x="17935702" y="3155061"/>
                  </a:moveTo>
                  <a:lnTo>
                    <a:pt x="17986502" y="3155061"/>
                  </a:lnTo>
                  <a:lnTo>
                    <a:pt x="17935702" y="3155061"/>
                  </a:lnTo>
                  <a:close/>
                  <a:moveTo>
                    <a:pt x="18037302" y="3155061"/>
                  </a:moveTo>
                  <a:lnTo>
                    <a:pt x="18088102" y="3155061"/>
                  </a:lnTo>
                  <a:lnTo>
                    <a:pt x="18037302" y="3155061"/>
                  </a:lnTo>
                  <a:close/>
                  <a:moveTo>
                    <a:pt x="18138902" y="3155061"/>
                  </a:moveTo>
                  <a:lnTo>
                    <a:pt x="18189702" y="3155061"/>
                  </a:lnTo>
                  <a:lnTo>
                    <a:pt x="18138902" y="3155061"/>
                  </a:lnTo>
                  <a:close/>
                  <a:moveTo>
                    <a:pt x="18240502" y="3155061"/>
                  </a:moveTo>
                  <a:lnTo>
                    <a:pt x="18291302" y="3155061"/>
                  </a:lnTo>
                  <a:lnTo>
                    <a:pt x="18240502" y="3155061"/>
                  </a:lnTo>
                  <a:close/>
                  <a:moveTo>
                    <a:pt x="18342102" y="3155061"/>
                  </a:moveTo>
                  <a:lnTo>
                    <a:pt x="18392902" y="3155061"/>
                  </a:lnTo>
                  <a:lnTo>
                    <a:pt x="18342102" y="3155061"/>
                  </a:lnTo>
                  <a:close/>
                  <a:moveTo>
                    <a:pt x="18443702" y="3155061"/>
                  </a:moveTo>
                  <a:lnTo>
                    <a:pt x="18494502" y="3155061"/>
                  </a:lnTo>
                  <a:lnTo>
                    <a:pt x="18443702" y="3155061"/>
                  </a:lnTo>
                  <a:close/>
                  <a:moveTo>
                    <a:pt x="18545302" y="3155061"/>
                  </a:moveTo>
                  <a:lnTo>
                    <a:pt x="18596102" y="3155061"/>
                  </a:lnTo>
                  <a:lnTo>
                    <a:pt x="18545302" y="3155061"/>
                  </a:lnTo>
                  <a:close/>
                  <a:moveTo>
                    <a:pt x="18646902" y="3155061"/>
                  </a:moveTo>
                  <a:lnTo>
                    <a:pt x="18697702" y="3155061"/>
                  </a:lnTo>
                  <a:lnTo>
                    <a:pt x="18646902" y="3155061"/>
                  </a:lnTo>
                  <a:close/>
                  <a:moveTo>
                    <a:pt x="18748502" y="3155061"/>
                  </a:moveTo>
                  <a:lnTo>
                    <a:pt x="18799302" y="3155061"/>
                  </a:lnTo>
                  <a:lnTo>
                    <a:pt x="18748502" y="3155061"/>
                  </a:lnTo>
                  <a:close/>
                  <a:moveTo>
                    <a:pt x="18850102" y="3155061"/>
                  </a:moveTo>
                  <a:lnTo>
                    <a:pt x="18900902" y="3155061"/>
                  </a:lnTo>
                  <a:lnTo>
                    <a:pt x="18850102" y="3155061"/>
                  </a:lnTo>
                  <a:close/>
                  <a:moveTo>
                    <a:pt x="18951702" y="3155061"/>
                  </a:moveTo>
                  <a:lnTo>
                    <a:pt x="19002502" y="3155061"/>
                  </a:lnTo>
                  <a:lnTo>
                    <a:pt x="18951702" y="3155061"/>
                  </a:lnTo>
                  <a:close/>
                  <a:moveTo>
                    <a:pt x="19053302" y="3155061"/>
                  </a:moveTo>
                  <a:lnTo>
                    <a:pt x="19104102" y="3155061"/>
                  </a:lnTo>
                  <a:lnTo>
                    <a:pt x="19053302" y="3155061"/>
                  </a:lnTo>
                  <a:close/>
                  <a:moveTo>
                    <a:pt x="19154902" y="3155061"/>
                  </a:moveTo>
                  <a:lnTo>
                    <a:pt x="19205702" y="3155061"/>
                  </a:lnTo>
                  <a:lnTo>
                    <a:pt x="19154902" y="3155061"/>
                  </a:lnTo>
                  <a:close/>
                  <a:moveTo>
                    <a:pt x="19256502" y="3155061"/>
                  </a:moveTo>
                  <a:lnTo>
                    <a:pt x="19307302" y="3155061"/>
                  </a:lnTo>
                  <a:lnTo>
                    <a:pt x="19256502" y="3155061"/>
                  </a:lnTo>
                  <a:close/>
                  <a:moveTo>
                    <a:pt x="19358102" y="3155061"/>
                  </a:moveTo>
                  <a:lnTo>
                    <a:pt x="19408902" y="3155061"/>
                  </a:lnTo>
                  <a:lnTo>
                    <a:pt x="19358102" y="3155061"/>
                  </a:lnTo>
                  <a:close/>
                  <a:moveTo>
                    <a:pt x="19459702" y="3155061"/>
                  </a:moveTo>
                  <a:lnTo>
                    <a:pt x="19510502" y="3155061"/>
                  </a:lnTo>
                  <a:lnTo>
                    <a:pt x="19459702" y="3155061"/>
                  </a:lnTo>
                  <a:close/>
                  <a:moveTo>
                    <a:pt x="19561302" y="3155061"/>
                  </a:moveTo>
                  <a:lnTo>
                    <a:pt x="19612102" y="3155061"/>
                  </a:lnTo>
                  <a:lnTo>
                    <a:pt x="19561302" y="3155061"/>
                  </a:lnTo>
                  <a:close/>
                  <a:moveTo>
                    <a:pt x="19662902" y="3155061"/>
                  </a:moveTo>
                  <a:lnTo>
                    <a:pt x="19713702" y="3155061"/>
                  </a:lnTo>
                  <a:lnTo>
                    <a:pt x="19662902" y="3155061"/>
                  </a:lnTo>
                  <a:close/>
                  <a:moveTo>
                    <a:pt x="19764502" y="3155061"/>
                  </a:moveTo>
                  <a:lnTo>
                    <a:pt x="19815302" y="3155061"/>
                  </a:lnTo>
                  <a:lnTo>
                    <a:pt x="19764502" y="3155061"/>
                  </a:lnTo>
                  <a:close/>
                  <a:moveTo>
                    <a:pt x="19866102" y="3155061"/>
                  </a:moveTo>
                  <a:lnTo>
                    <a:pt x="19916902" y="3155061"/>
                  </a:lnTo>
                  <a:lnTo>
                    <a:pt x="19866102" y="3155061"/>
                  </a:lnTo>
                  <a:close/>
                  <a:moveTo>
                    <a:pt x="19967702" y="3155061"/>
                  </a:moveTo>
                  <a:lnTo>
                    <a:pt x="20018502" y="3155061"/>
                  </a:lnTo>
                  <a:lnTo>
                    <a:pt x="19967702" y="3155061"/>
                  </a:lnTo>
                  <a:close/>
                  <a:moveTo>
                    <a:pt x="20069302" y="3155061"/>
                  </a:moveTo>
                  <a:lnTo>
                    <a:pt x="20120102" y="3155061"/>
                  </a:lnTo>
                  <a:lnTo>
                    <a:pt x="20069302" y="3155061"/>
                  </a:lnTo>
                  <a:close/>
                  <a:moveTo>
                    <a:pt x="20170902" y="3155061"/>
                  </a:moveTo>
                  <a:lnTo>
                    <a:pt x="20221702" y="3155061"/>
                  </a:lnTo>
                  <a:lnTo>
                    <a:pt x="20170902" y="3155061"/>
                  </a:lnTo>
                  <a:close/>
                  <a:moveTo>
                    <a:pt x="20272502" y="3155061"/>
                  </a:moveTo>
                  <a:lnTo>
                    <a:pt x="20323302" y="3155061"/>
                  </a:lnTo>
                  <a:lnTo>
                    <a:pt x="20272502" y="3155061"/>
                  </a:lnTo>
                  <a:close/>
                  <a:moveTo>
                    <a:pt x="20374102" y="3155061"/>
                  </a:moveTo>
                  <a:lnTo>
                    <a:pt x="20424902" y="3155061"/>
                  </a:lnTo>
                  <a:lnTo>
                    <a:pt x="20374102" y="3155061"/>
                  </a:lnTo>
                  <a:close/>
                  <a:moveTo>
                    <a:pt x="20475702" y="3155061"/>
                  </a:moveTo>
                  <a:lnTo>
                    <a:pt x="20526502" y="3155061"/>
                  </a:lnTo>
                  <a:lnTo>
                    <a:pt x="20475702" y="3155061"/>
                  </a:lnTo>
                  <a:close/>
                  <a:moveTo>
                    <a:pt x="20577302" y="3155061"/>
                  </a:moveTo>
                  <a:lnTo>
                    <a:pt x="20628102" y="3155061"/>
                  </a:lnTo>
                  <a:lnTo>
                    <a:pt x="20577302" y="3155061"/>
                  </a:lnTo>
                  <a:close/>
                  <a:moveTo>
                    <a:pt x="20678902" y="3155061"/>
                  </a:moveTo>
                  <a:lnTo>
                    <a:pt x="20729702" y="3155061"/>
                  </a:lnTo>
                  <a:lnTo>
                    <a:pt x="20678902" y="3155061"/>
                  </a:lnTo>
                  <a:close/>
                  <a:moveTo>
                    <a:pt x="20780502" y="3155061"/>
                  </a:moveTo>
                  <a:lnTo>
                    <a:pt x="20831302" y="3155061"/>
                  </a:lnTo>
                  <a:lnTo>
                    <a:pt x="20780502" y="3155061"/>
                  </a:lnTo>
                  <a:close/>
                  <a:moveTo>
                    <a:pt x="20882102" y="3155061"/>
                  </a:moveTo>
                  <a:lnTo>
                    <a:pt x="20932902" y="3155061"/>
                  </a:lnTo>
                  <a:lnTo>
                    <a:pt x="20882102" y="3155061"/>
                  </a:lnTo>
                  <a:close/>
                  <a:moveTo>
                    <a:pt x="20983702" y="3155061"/>
                  </a:moveTo>
                  <a:lnTo>
                    <a:pt x="21034502" y="3155061"/>
                  </a:lnTo>
                  <a:lnTo>
                    <a:pt x="20983702" y="3155061"/>
                  </a:lnTo>
                  <a:close/>
                  <a:moveTo>
                    <a:pt x="21085302" y="3155061"/>
                  </a:moveTo>
                  <a:lnTo>
                    <a:pt x="21136102" y="3155061"/>
                  </a:lnTo>
                  <a:lnTo>
                    <a:pt x="21085302" y="3155061"/>
                  </a:lnTo>
                  <a:close/>
                  <a:moveTo>
                    <a:pt x="21186902" y="3155061"/>
                  </a:moveTo>
                  <a:lnTo>
                    <a:pt x="21237702" y="3155061"/>
                  </a:lnTo>
                  <a:lnTo>
                    <a:pt x="21186902" y="3155061"/>
                  </a:lnTo>
                  <a:close/>
                  <a:moveTo>
                    <a:pt x="21288502" y="3155061"/>
                  </a:moveTo>
                  <a:lnTo>
                    <a:pt x="21339302" y="3155061"/>
                  </a:lnTo>
                  <a:lnTo>
                    <a:pt x="21288502" y="3155061"/>
                  </a:lnTo>
                  <a:close/>
                  <a:moveTo>
                    <a:pt x="21390102" y="3155061"/>
                  </a:moveTo>
                  <a:lnTo>
                    <a:pt x="21440902" y="3155061"/>
                  </a:lnTo>
                  <a:lnTo>
                    <a:pt x="21390102" y="3155061"/>
                  </a:lnTo>
                  <a:close/>
                  <a:moveTo>
                    <a:pt x="21491702" y="3155061"/>
                  </a:moveTo>
                  <a:lnTo>
                    <a:pt x="21542502" y="3155061"/>
                  </a:lnTo>
                  <a:lnTo>
                    <a:pt x="21491702" y="3155061"/>
                  </a:lnTo>
                  <a:close/>
                  <a:moveTo>
                    <a:pt x="21593302" y="3155061"/>
                  </a:moveTo>
                  <a:lnTo>
                    <a:pt x="21644102" y="3155061"/>
                  </a:lnTo>
                  <a:lnTo>
                    <a:pt x="21593302" y="3155061"/>
                  </a:lnTo>
                  <a:close/>
                  <a:moveTo>
                    <a:pt x="21694902" y="3155061"/>
                  </a:moveTo>
                  <a:lnTo>
                    <a:pt x="21745702" y="3155061"/>
                  </a:lnTo>
                  <a:lnTo>
                    <a:pt x="21694902" y="3155061"/>
                  </a:lnTo>
                  <a:close/>
                  <a:moveTo>
                    <a:pt x="21796502" y="3155061"/>
                  </a:moveTo>
                  <a:lnTo>
                    <a:pt x="21847302" y="3155061"/>
                  </a:lnTo>
                  <a:lnTo>
                    <a:pt x="21796502" y="3155061"/>
                  </a:lnTo>
                  <a:close/>
                  <a:moveTo>
                    <a:pt x="21898102" y="3155061"/>
                  </a:moveTo>
                  <a:lnTo>
                    <a:pt x="21948902" y="3155061"/>
                  </a:lnTo>
                  <a:lnTo>
                    <a:pt x="21898102" y="3155061"/>
                  </a:lnTo>
                  <a:close/>
                  <a:moveTo>
                    <a:pt x="21999702" y="3155061"/>
                  </a:moveTo>
                  <a:lnTo>
                    <a:pt x="22050502" y="3155061"/>
                  </a:lnTo>
                  <a:lnTo>
                    <a:pt x="21999702" y="3155061"/>
                  </a:lnTo>
                  <a:close/>
                  <a:moveTo>
                    <a:pt x="22101302" y="3155061"/>
                  </a:moveTo>
                  <a:lnTo>
                    <a:pt x="22152102" y="3155061"/>
                  </a:lnTo>
                  <a:lnTo>
                    <a:pt x="22101302" y="3155061"/>
                  </a:lnTo>
                  <a:close/>
                  <a:moveTo>
                    <a:pt x="22202902" y="3155061"/>
                  </a:moveTo>
                  <a:lnTo>
                    <a:pt x="22253702" y="3155061"/>
                  </a:lnTo>
                  <a:lnTo>
                    <a:pt x="22202902" y="3155061"/>
                  </a:lnTo>
                  <a:close/>
                  <a:moveTo>
                    <a:pt x="22304502" y="3155061"/>
                  </a:moveTo>
                  <a:lnTo>
                    <a:pt x="22355302" y="3155061"/>
                  </a:lnTo>
                  <a:lnTo>
                    <a:pt x="22304502" y="3155061"/>
                  </a:lnTo>
                  <a:close/>
                  <a:moveTo>
                    <a:pt x="22406102" y="3155061"/>
                  </a:moveTo>
                  <a:lnTo>
                    <a:pt x="22456902" y="3155061"/>
                  </a:lnTo>
                  <a:lnTo>
                    <a:pt x="22406102" y="3155061"/>
                  </a:lnTo>
                  <a:close/>
                  <a:moveTo>
                    <a:pt x="22507702" y="3155061"/>
                  </a:moveTo>
                  <a:lnTo>
                    <a:pt x="22558502" y="3155061"/>
                  </a:lnTo>
                  <a:lnTo>
                    <a:pt x="22507702" y="3155061"/>
                  </a:lnTo>
                  <a:close/>
                  <a:moveTo>
                    <a:pt x="22609302" y="3155061"/>
                  </a:moveTo>
                  <a:lnTo>
                    <a:pt x="22660102" y="3155061"/>
                  </a:lnTo>
                  <a:lnTo>
                    <a:pt x="22609302" y="3155061"/>
                  </a:lnTo>
                  <a:close/>
                  <a:moveTo>
                    <a:pt x="22710902" y="3155061"/>
                  </a:moveTo>
                  <a:lnTo>
                    <a:pt x="22761702" y="3155061"/>
                  </a:lnTo>
                  <a:lnTo>
                    <a:pt x="22710902" y="3155061"/>
                  </a:lnTo>
                  <a:close/>
                  <a:moveTo>
                    <a:pt x="22812502" y="3155061"/>
                  </a:moveTo>
                  <a:lnTo>
                    <a:pt x="22863302" y="3155061"/>
                  </a:lnTo>
                  <a:lnTo>
                    <a:pt x="22812502" y="3155061"/>
                  </a:lnTo>
                  <a:close/>
                  <a:moveTo>
                    <a:pt x="22914102" y="3155061"/>
                  </a:moveTo>
                  <a:lnTo>
                    <a:pt x="22964902" y="3155061"/>
                  </a:lnTo>
                  <a:lnTo>
                    <a:pt x="22914102" y="3155061"/>
                  </a:lnTo>
                  <a:close/>
                  <a:moveTo>
                    <a:pt x="23015702" y="3155061"/>
                  </a:moveTo>
                  <a:lnTo>
                    <a:pt x="23066502" y="3155061"/>
                  </a:lnTo>
                  <a:lnTo>
                    <a:pt x="23015702" y="3155061"/>
                  </a:lnTo>
                  <a:close/>
                  <a:moveTo>
                    <a:pt x="23117683" y="3155188"/>
                  </a:moveTo>
                  <a:cubicBezTo>
                    <a:pt x="23135210" y="3155696"/>
                    <a:pt x="23152608" y="3157093"/>
                    <a:pt x="23169626" y="3159379"/>
                  </a:cubicBezTo>
                  <a:lnTo>
                    <a:pt x="23166197" y="3184525"/>
                  </a:lnTo>
                  <a:cubicBezTo>
                    <a:pt x="23150068" y="3182366"/>
                    <a:pt x="23133558" y="3180969"/>
                    <a:pt x="23116921" y="3180588"/>
                  </a:cubicBezTo>
                  <a:close/>
                  <a:moveTo>
                    <a:pt x="23220172" y="3194558"/>
                  </a:moveTo>
                  <a:cubicBezTo>
                    <a:pt x="23237189" y="3198749"/>
                    <a:pt x="23253827" y="3203956"/>
                    <a:pt x="23269956" y="3209925"/>
                  </a:cubicBezTo>
                  <a:lnTo>
                    <a:pt x="23261193" y="3233801"/>
                  </a:lnTo>
                  <a:cubicBezTo>
                    <a:pt x="23245826" y="3228086"/>
                    <a:pt x="23230078" y="3223260"/>
                    <a:pt x="23214076" y="3219196"/>
                  </a:cubicBezTo>
                  <a:close/>
                  <a:moveTo>
                    <a:pt x="23311738" y="3255264"/>
                  </a:moveTo>
                  <a:cubicBezTo>
                    <a:pt x="23327361" y="3263138"/>
                    <a:pt x="23342473" y="3271774"/>
                    <a:pt x="23356951" y="3281172"/>
                  </a:cubicBezTo>
                  <a:lnTo>
                    <a:pt x="23343108" y="3302508"/>
                  </a:lnTo>
                  <a:cubicBezTo>
                    <a:pt x="23329392" y="3293618"/>
                    <a:pt x="23315040" y="3285363"/>
                    <a:pt x="23300310" y="3277997"/>
                  </a:cubicBezTo>
                  <a:close/>
                  <a:moveTo>
                    <a:pt x="23387686" y="3334639"/>
                  </a:moveTo>
                  <a:cubicBezTo>
                    <a:pt x="23401147" y="3345688"/>
                    <a:pt x="23414101" y="3357372"/>
                    <a:pt x="23426165" y="3369818"/>
                  </a:cubicBezTo>
                  <a:lnTo>
                    <a:pt x="23408005" y="3387598"/>
                  </a:lnTo>
                  <a:cubicBezTo>
                    <a:pt x="23396448" y="3375914"/>
                    <a:pt x="23384256" y="3364738"/>
                    <a:pt x="23371556" y="3354324"/>
                  </a:cubicBezTo>
                  <a:close/>
                  <a:moveTo>
                    <a:pt x="23444581" y="3428619"/>
                  </a:moveTo>
                  <a:cubicBezTo>
                    <a:pt x="23455376" y="3442335"/>
                    <a:pt x="23465282" y="3456559"/>
                    <a:pt x="23474553" y="3471291"/>
                  </a:cubicBezTo>
                  <a:lnTo>
                    <a:pt x="23452962" y="3484626"/>
                  </a:lnTo>
                  <a:cubicBezTo>
                    <a:pt x="23444327" y="3470656"/>
                    <a:pt x="23434802" y="3457067"/>
                    <a:pt x="23424642" y="3444240"/>
                  </a:cubicBezTo>
                  <a:close/>
                  <a:moveTo>
                    <a:pt x="23479506" y="3532759"/>
                  </a:moveTo>
                  <a:cubicBezTo>
                    <a:pt x="23486999" y="3548380"/>
                    <a:pt x="23493603" y="3564509"/>
                    <a:pt x="23499190" y="3581019"/>
                  </a:cubicBezTo>
                  <a:lnTo>
                    <a:pt x="23475187" y="3589274"/>
                  </a:lnTo>
                  <a:cubicBezTo>
                    <a:pt x="23469854" y="3573653"/>
                    <a:pt x="23463631" y="3558413"/>
                    <a:pt x="23456519" y="3543554"/>
                  </a:cubicBezTo>
                  <a:close/>
                  <a:moveTo>
                    <a:pt x="23490428" y="3642106"/>
                  </a:moveTo>
                  <a:cubicBezTo>
                    <a:pt x="23494237" y="3658997"/>
                    <a:pt x="23497032" y="3676142"/>
                    <a:pt x="23498938" y="3693668"/>
                  </a:cubicBezTo>
                  <a:lnTo>
                    <a:pt x="23473663" y="3696335"/>
                  </a:lnTo>
                  <a:cubicBezTo>
                    <a:pt x="23471887" y="3679825"/>
                    <a:pt x="23469219" y="3663569"/>
                    <a:pt x="23465662" y="3647567"/>
                  </a:cubicBezTo>
                  <a:close/>
                  <a:moveTo>
                    <a:pt x="23476838" y="3751199"/>
                  </a:moveTo>
                  <a:lnTo>
                    <a:pt x="23476838" y="3801999"/>
                  </a:lnTo>
                  <a:lnTo>
                    <a:pt x="23451438" y="3801999"/>
                  </a:lnTo>
                  <a:lnTo>
                    <a:pt x="23451438" y="3751199"/>
                  </a:lnTo>
                  <a:close/>
                  <a:moveTo>
                    <a:pt x="23451438" y="3852799"/>
                  </a:moveTo>
                  <a:lnTo>
                    <a:pt x="23451438" y="3903599"/>
                  </a:lnTo>
                  <a:lnTo>
                    <a:pt x="23426038" y="3903599"/>
                  </a:lnTo>
                  <a:lnTo>
                    <a:pt x="23426038" y="3852799"/>
                  </a:lnTo>
                  <a:close/>
                  <a:moveTo>
                    <a:pt x="23426038" y="3954399"/>
                  </a:moveTo>
                  <a:lnTo>
                    <a:pt x="23426038" y="4005199"/>
                  </a:lnTo>
                  <a:lnTo>
                    <a:pt x="23400638" y="4005199"/>
                  </a:lnTo>
                  <a:lnTo>
                    <a:pt x="23400638" y="3954399"/>
                  </a:lnTo>
                  <a:close/>
                  <a:moveTo>
                    <a:pt x="23400638" y="4055999"/>
                  </a:moveTo>
                  <a:lnTo>
                    <a:pt x="23400638" y="4106799"/>
                  </a:lnTo>
                  <a:lnTo>
                    <a:pt x="23375238" y="4106799"/>
                  </a:lnTo>
                  <a:lnTo>
                    <a:pt x="23375238" y="4055999"/>
                  </a:lnTo>
                  <a:close/>
                  <a:moveTo>
                    <a:pt x="23375238" y="4157599"/>
                  </a:moveTo>
                  <a:lnTo>
                    <a:pt x="23375238" y="4208399"/>
                  </a:lnTo>
                  <a:lnTo>
                    <a:pt x="23349838" y="4208399"/>
                  </a:lnTo>
                  <a:lnTo>
                    <a:pt x="23349838" y="4157599"/>
                  </a:lnTo>
                  <a:close/>
                  <a:moveTo>
                    <a:pt x="23349838" y="4259199"/>
                  </a:moveTo>
                  <a:lnTo>
                    <a:pt x="23349838" y="4309999"/>
                  </a:lnTo>
                  <a:lnTo>
                    <a:pt x="23324438" y="4309999"/>
                  </a:lnTo>
                  <a:lnTo>
                    <a:pt x="23324438" y="4259199"/>
                  </a:lnTo>
                  <a:close/>
                  <a:moveTo>
                    <a:pt x="23324438" y="4360799"/>
                  </a:moveTo>
                  <a:lnTo>
                    <a:pt x="23324438" y="4411599"/>
                  </a:lnTo>
                  <a:lnTo>
                    <a:pt x="23299038" y="4411599"/>
                  </a:lnTo>
                  <a:lnTo>
                    <a:pt x="23299038" y="4360799"/>
                  </a:lnTo>
                  <a:close/>
                  <a:moveTo>
                    <a:pt x="23299038" y="4462399"/>
                  </a:moveTo>
                  <a:lnTo>
                    <a:pt x="23299038" y="4513199"/>
                  </a:lnTo>
                  <a:lnTo>
                    <a:pt x="23273638" y="4513199"/>
                  </a:lnTo>
                  <a:lnTo>
                    <a:pt x="23273638" y="4462399"/>
                  </a:lnTo>
                  <a:close/>
                  <a:moveTo>
                    <a:pt x="23273638" y="4563999"/>
                  </a:moveTo>
                  <a:lnTo>
                    <a:pt x="23273638" y="4614799"/>
                  </a:lnTo>
                  <a:lnTo>
                    <a:pt x="23248238" y="4614799"/>
                  </a:lnTo>
                  <a:lnTo>
                    <a:pt x="23248238" y="4563999"/>
                  </a:lnTo>
                  <a:close/>
                  <a:moveTo>
                    <a:pt x="23248238" y="4665599"/>
                  </a:moveTo>
                  <a:lnTo>
                    <a:pt x="23248238" y="4716399"/>
                  </a:lnTo>
                  <a:lnTo>
                    <a:pt x="23222838" y="4716399"/>
                  </a:lnTo>
                  <a:lnTo>
                    <a:pt x="23222838" y="4665599"/>
                  </a:lnTo>
                  <a:close/>
                  <a:moveTo>
                    <a:pt x="23222838" y="4767199"/>
                  </a:moveTo>
                  <a:lnTo>
                    <a:pt x="23222838" y="4817999"/>
                  </a:lnTo>
                  <a:lnTo>
                    <a:pt x="23197438" y="4817999"/>
                  </a:lnTo>
                  <a:lnTo>
                    <a:pt x="23197438" y="4767199"/>
                  </a:lnTo>
                  <a:close/>
                  <a:moveTo>
                    <a:pt x="23197438" y="4868799"/>
                  </a:moveTo>
                  <a:lnTo>
                    <a:pt x="23197438" y="4919599"/>
                  </a:lnTo>
                  <a:lnTo>
                    <a:pt x="23172038" y="4919599"/>
                  </a:lnTo>
                  <a:lnTo>
                    <a:pt x="23172038" y="4868799"/>
                  </a:lnTo>
                  <a:close/>
                  <a:moveTo>
                    <a:pt x="23172038" y="4970399"/>
                  </a:moveTo>
                  <a:lnTo>
                    <a:pt x="23172038" y="5021199"/>
                  </a:lnTo>
                  <a:lnTo>
                    <a:pt x="23146638" y="5021199"/>
                  </a:lnTo>
                  <a:lnTo>
                    <a:pt x="23146638" y="4970399"/>
                  </a:lnTo>
                  <a:close/>
                  <a:moveTo>
                    <a:pt x="23146638" y="5071999"/>
                  </a:moveTo>
                  <a:lnTo>
                    <a:pt x="23146638" y="5122799"/>
                  </a:lnTo>
                  <a:lnTo>
                    <a:pt x="23121238" y="5122799"/>
                  </a:lnTo>
                  <a:lnTo>
                    <a:pt x="23121238" y="5071999"/>
                  </a:lnTo>
                  <a:close/>
                  <a:moveTo>
                    <a:pt x="23121238" y="5173599"/>
                  </a:moveTo>
                  <a:lnTo>
                    <a:pt x="23121238" y="5224399"/>
                  </a:lnTo>
                  <a:lnTo>
                    <a:pt x="23095838" y="5224399"/>
                  </a:lnTo>
                  <a:lnTo>
                    <a:pt x="23095838" y="5173599"/>
                  </a:lnTo>
                  <a:close/>
                  <a:moveTo>
                    <a:pt x="23095838" y="5275199"/>
                  </a:moveTo>
                  <a:lnTo>
                    <a:pt x="23095838" y="5325999"/>
                  </a:lnTo>
                  <a:lnTo>
                    <a:pt x="23070438" y="5325999"/>
                  </a:lnTo>
                  <a:lnTo>
                    <a:pt x="23070438" y="5275199"/>
                  </a:lnTo>
                  <a:close/>
                  <a:moveTo>
                    <a:pt x="23070438" y="5376799"/>
                  </a:moveTo>
                  <a:lnTo>
                    <a:pt x="23070438" y="5427599"/>
                  </a:lnTo>
                  <a:lnTo>
                    <a:pt x="23045038" y="5427599"/>
                  </a:lnTo>
                  <a:lnTo>
                    <a:pt x="23045038" y="5376799"/>
                  </a:lnTo>
                  <a:close/>
                  <a:moveTo>
                    <a:pt x="23045038" y="5478399"/>
                  </a:moveTo>
                  <a:lnTo>
                    <a:pt x="23045038" y="5529199"/>
                  </a:lnTo>
                  <a:lnTo>
                    <a:pt x="23019638" y="5529199"/>
                  </a:lnTo>
                  <a:lnTo>
                    <a:pt x="23019638" y="5478399"/>
                  </a:lnTo>
                  <a:close/>
                  <a:moveTo>
                    <a:pt x="23019638" y="5580126"/>
                  </a:moveTo>
                  <a:cubicBezTo>
                    <a:pt x="23019513" y="5597779"/>
                    <a:pt x="23018496" y="5615178"/>
                    <a:pt x="23016590" y="5632196"/>
                  </a:cubicBezTo>
                  <a:lnTo>
                    <a:pt x="22991318" y="5629275"/>
                  </a:lnTo>
                  <a:cubicBezTo>
                    <a:pt x="22993223" y="5613146"/>
                    <a:pt x="22994238" y="5596636"/>
                    <a:pt x="22994238" y="5579999"/>
                  </a:cubicBezTo>
                  <a:close/>
                  <a:moveTo>
                    <a:pt x="22982174" y="5683504"/>
                  </a:moveTo>
                  <a:cubicBezTo>
                    <a:pt x="22978238" y="5700522"/>
                    <a:pt x="22973285" y="5717286"/>
                    <a:pt x="22967569" y="5733669"/>
                  </a:cubicBezTo>
                  <a:lnTo>
                    <a:pt x="22943565" y="5725160"/>
                  </a:lnTo>
                  <a:cubicBezTo>
                    <a:pt x="22949027" y="5709793"/>
                    <a:pt x="22953599" y="5693918"/>
                    <a:pt x="22957410" y="5677789"/>
                  </a:cubicBezTo>
                  <a:close/>
                  <a:moveTo>
                    <a:pt x="22922612" y="5776087"/>
                  </a:moveTo>
                  <a:cubicBezTo>
                    <a:pt x="22914990" y="5791835"/>
                    <a:pt x="22906482" y="5806948"/>
                    <a:pt x="22897212" y="5821680"/>
                  </a:cubicBezTo>
                  <a:lnTo>
                    <a:pt x="22875748" y="5808091"/>
                  </a:lnTo>
                  <a:cubicBezTo>
                    <a:pt x="22884512" y="5794248"/>
                    <a:pt x="22892513" y="5779770"/>
                    <a:pt x="22899751" y="5765038"/>
                  </a:cubicBezTo>
                  <a:close/>
                  <a:moveTo>
                    <a:pt x="22844125" y="5853049"/>
                  </a:moveTo>
                  <a:cubicBezTo>
                    <a:pt x="22833203" y="5866638"/>
                    <a:pt x="22821646" y="5879592"/>
                    <a:pt x="22809327" y="5891911"/>
                  </a:cubicBezTo>
                  <a:lnTo>
                    <a:pt x="22791420" y="5874004"/>
                  </a:lnTo>
                  <a:cubicBezTo>
                    <a:pt x="22803104" y="5862320"/>
                    <a:pt x="22814026" y="5850128"/>
                    <a:pt x="22824312" y="5837174"/>
                  </a:cubicBezTo>
                  <a:close/>
                  <a:moveTo>
                    <a:pt x="22750653" y="5910834"/>
                  </a:moveTo>
                  <a:cubicBezTo>
                    <a:pt x="22737063" y="5921756"/>
                    <a:pt x="22722967" y="5931789"/>
                    <a:pt x="22708236" y="5941187"/>
                  </a:cubicBezTo>
                  <a:lnTo>
                    <a:pt x="22694646" y="5919724"/>
                  </a:lnTo>
                  <a:cubicBezTo>
                    <a:pt x="22708615" y="5910834"/>
                    <a:pt x="22721951" y="5901309"/>
                    <a:pt x="22734778" y="5891022"/>
                  </a:cubicBezTo>
                  <a:close/>
                  <a:moveTo>
                    <a:pt x="22646894" y="5946902"/>
                  </a:moveTo>
                  <a:cubicBezTo>
                    <a:pt x="22631400" y="5954522"/>
                    <a:pt x="22615271" y="5961380"/>
                    <a:pt x="22598887" y="5967222"/>
                  </a:cubicBezTo>
                  <a:lnTo>
                    <a:pt x="22590252" y="5943346"/>
                  </a:lnTo>
                  <a:cubicBezTo>
                    <a:pt x="22605873" y="5937758"/>
                    <a:pt x="22620987" y="5931281"/>
                    <a:pt x="22635718" y="5924042"/>
                  </a:cubicBezTo>
                  <a:close/>
                  <a:moveTo>
                    <a:pt x="22537674" y="5959348"/>
                  </a:moveTo>
                  <a:cubicBezTo>
                    <a:pt x="22520911" y="5963412"/>
                    <a:pt x="22503764" y="5966460"/>
                    <a:pt x="22486365" y="5968746"/>
                  </a:cubicBezTo>
                  <a:lnTo>
                    <a:pt x="22483190" y="5943600"/>
                  </a:lnTo>
                  <a:cubicBezTo>
                    <a:pt x="22499701" y="5941568"/>
                    <a:pt x="22515830" y="5938520"/>
                    <a:pt x="22531705" y="5934710"/>
                  </a:cubicBezTo>
                  <a:close/>
                  <a:moveTo>
                    <a:pt x="22428327" y="5947791"/>
                  </a:moveTo>
                  <a:cubicBezTo>
                    <a:pt x="22425533" y="5947791"/>
                    <a:pt x="22422738" y="5947918"/>
                    <a:pt x="22419945" y="5947918"/>
                  </a:cubicBezTo>
                  <a:lnTo>
                    <a:pt x="22419945" y="5935218"/>
                  </a:lnTo>
                  <a:lnTo>
                    <a:pt x="22419945" y="5947918"/>
                  </a:lnTo>
                  <a:lnTo>
                    <a:pt x="22377146" y="5947918"/>
                  </a:lnTo>
                  <a:lnTo>
                    <a:pt x="22377146" y="5922518"/>
                  </a:lnTo>
                  <a:lnTo>
                    <a:pt x="22419945" y="5922518"/>
                  </a:lnTo>
                  <a:cubicBezTo>
                    <a:pt x="22422613" y="5922518"/>
                    <a:pt x="22425152" y="5922518"/>
                    <a:pt x="22427819" y="5922391"/>
                  </a:cubicBezTo>
                  <a:close/>
                  <a:moveTo>
                    <a:pt x="22325964" y="5922518"/>
                  </a:moveTo>
                  <a:lnTo>
                    <a:pt x="22275164" y="5922518"/>
                  </a:lnTo>
                  <a:lnTo>
                    <a:pt x="22275164" y="5897118"/>
                  </a:lnTo>
                  <a:lnTo>
                    <a:pt x="22325964" y="5897118"/>
                  </a:lnTo>
                  <a:close/>
                  <a:moveTo>
                    <a:pt x="22224364" y="5897118"/>
                  </a:moveTo>
                  <a:lnTo>
                    <a:pt x="22173564" y="5897118"/>
                  </a:lnTo>
                  <a:lnTo>
                    <a:pt x="22173564" y="5871718"/>
                  </a:lnTo>
                  <a:lnTo>
                    <a:pt x="22224364" y="5871718"/>
                  </a:lnTo>
                  <a:close/>
                  <a:moveTo>
                    <a:pt x="22122764" y="5871718"/>
                  </a:moveTo>
                  <a:lnTo>
                    <a:pt x="22071964" y="5871718"/>
                  </a:lnTo>
                  <a:lnTo>
                    <a:pt x="22071964" y="5846318"/>
                  </a:lnTo>
                  <a:lnTo>
                    <a:pt x="22122764" y="5846318"/>
                  </a:lnTo>
                  <a:close/>
                  <a:moveTo>
                    <a:pt x="22021164" y="5846318"/>
                  </a:moveTo>
                  <a:lnTo>
                    <a:pt x="21970364" y="5846318"/>
                  </a:lnTo>
                  <a:lnTo>
                    <a:pt x="21970364" y="5820918"/>
                  </a:lnTo>
                  <a:lnTo>
                    <a:pt x="22021164" y="5820918"/>
                  </a:lnTo>
                  <a:close/>
                  <a:moveTo>
                    <a:pt x="21919564" y="5820918"/>
                  </a:moveTo>
                  <a:lnTo>
                    <a:pt x="21868764" y="5820918"/>
                  </a:lnTo>
                  <a:lnTo>
                    <a:pt x="21868764" y="5795518"/>
                  </a:lnTo>
                  <a:lnTo>
                    <a:pt x="21919564" y="5795518"/>
                  </a:lnTo>
                  <a:close/>
                  <a:moveTo>
                    <a:pt x="21817964" y="5795518"/>
                  </a:moveTo>
                  <a:lnTo>
                    <a:pt x="21767164" y="5795518"/>
                  </a:lnTo>
                  <a:lnTo>
                    <a:pt x="21767164" y="5770118"/>
                  </a:lnTo>
                  <a:lnTo>
                    <a:pt x="21817964" y="5770118"/>
                  </a:lnTo>
                  <a:close/>
                  <a:moveTo>
                    <a:pt x="21716364" y="5770118"/>
                  </a:moveTo>
                  <a:lnTo>
                    <a:pt x="21665564" y="5770118"/>
                  </a:lnTo>
                  <a:lnTo>
                    <a:pt x="21665564" y="5744718"/>
                  </a:lnTo>
                  <a:lnTo>
                    <a:pt x="21716364" y="5744718"/>
                  </a:lnTo>
                  <a:close/>
                  <a:moveTo>
                    <a:pt x="21614764" y="5744718"/>
                  </a:moveTo>
                  <a:lnTo>
                    <a:pt x="21563964" y="5744718"/>
                  </a:lnTo>
                  <a:lnTo>
                    <a:pt x="21563964" y="5719318"/>
                  </a:lnTo>
                  <a:lnTo>
                    <a:pt x="21614764" y="5719318"/>
                  </a:lnTo>
                  <a:close/>
                  <a:moveTo>
                    <a:pt x="21513164" y="5719318"/>
                  </a:moveTo>
                  <a:lnTo>
                    <a:pt x="21462364" y="5719318"/>
                  </a:lnTo>
                  <a:lnTo>
                    <a:pt x="21462364" y="5693918"/>
                  </a:lnTo>
                  <a:lnTo>
                    <a:pt x="21513164" y="5693918"/>
                  </a:lnTo>
                  <a:close/>
                  <a:moveTo>
                    <a:pt x="21411564" y="5693918"/>
                  </a:moveTo>
                  <a:lnTo>
                    <a:pt x="21360764" y="5693918"/>
                  </a:lnTo>
                  <a:lnTo>
                    <a:pt x="21360764" y="5668518"/>
                  </a:lnTo>
                  <a:lnTo>
                    <a:pt x="21411564" y="5668518"/>
                  </a:lnTo>
                  <a:close/>
                  <a:moveTo>
                    <a:pt x="21309964" y="5668518"/>
                  </a:moveTo>
                  <a:lnTo>
                    <a:pt x="21259164" y="5668518"/>
                  </a:lnTo>
                  <a:lnTo>
                    <a:pt x="21259164" y="5643118"/>
                  </a:lnTo>
                  <a:lnTo>
                    <a:pt x="21309964" y="5643118"/>
                  </a:lnTo>
                  <a:close/>
                  <a:moveTo>
                    <a:pt x="21208364" y="5643118"/>
                  </a:moveTo>
                  <a:lnTo>
                    <a:pt x="21157564" y="5643118"/>
                  </a:lnTo>
                  <a:lnTo>
                    <a:pt x="21157564" y="5617718"/>
                  </a:lnTo>
                  <a:lnTo>
                    <a:pt x="21208364" y="5617718"/>
                  </a:lnTo>
                  <a:close/>
                  <a:moveTo>
                    <a:pt x="21106764" y="5617718"/>
                  </a:moveTo>
                  <a:lnTo>
                    <a:pt x="21055964" y="5617718"/>
                  </a:lnTo>
                  <a:lnTo>
                    <a:pt x="21055964" y="5592318"/>
                  </a:lnTo>
                  <a:lnTo>
                    <a:pt x="21106764" y="5592318"/>
                  </a:lnTo>
                  <a:close/>
                  <a:moveTo>
                    <a:pt x="21005164" y="5592318"/>
                  </a:moveTo>
                  <a:lnTo>
                    <a:pt x="20954364" y="5592318"/>
                  </a:lnTo>
                  <a:lnTo>
                    <a:pt x="20954364" y="5566918"/>
                  </a:lnTo>
                  <a:lnTo>
                    <a:pt x="21005164" y="5566918"/>
                  </a:lnTo>
                  <a:close/>
                  <a:moveTo>
                    <a:pt x="20903564" y="5566918"/>
                  </a:moveTo>
                  <a:lnTo>
                    <a:pt x="20852764" y="5566918"/>
                  </a:lnTo>
                  <a:lnTo>
                    <a:pt x="20852764" y="5541518"/>
                  </a:lnTo>
                  <a:lnTo>
                    <a:pt x="20903564" y="5541518"/>
                  </a:lnTo>
                  <a:close/>
                  <a:moveTo>
                    <a:pt x="20801964" y="5541518"/>
                  </a:moveTo>
                  <a:lnTo>
                    <a:pt x="20751164" y="5541518"/>
                  </a:lnTo>
                  <a:lnTo>
                    <a:pt x="20751164" y="5516118"/>
                  </a:lnTo>
                  <a:lnTo>
                    <a:pt x="20801964" y="5516118"/>
                  </a:lnTo>
                  <a:close/>
                  <a:moveTo>
                    <a:pt x="20700364" y="5516118"/>
                  </a:moveTo>
                  <a:lnTo>
                    <a:pt x="20649564" y="5516118"/>
                  </a:lnTo>
                  <a:lnTo>
                    <a:pt x="20649564" y="5490718"/>
                  </a:lnTo>
                  <a:lnTo>
                    <a:pt x="20700364" y="5490718"/>
                  </a:lnTo>
                  <a:close/>
                  <a:moveTo>
                    <a:pt x="20598764" y="5490718"/>
                  </a:moveTo>
                  <a:lnTo>
                    <a:pt x="20547964" y="5490718"/>
                  </a:lnTo>
                  <a:lnTo>
                    <a:pt x="20547964" y="5465318"/>
                  </a:lnTo>
                  <a:lnTo>
                    <a:pt x="20598764" y="5465318"/>
                  </a:lnTo>
                  <a:close/>
                  <a:moveTo>
                    <a:pt x="20497164" y="5465318"/>
                  </a:moveTo>
                  <a:lnTo>
                    <a:pt x="20446364" y="5465318"/>
                  </a:lnTo>
                  <a:lnTo>
                    <a:pt x="20446364" y="5439918"/>
                  </a:lnTo>
                  <a:lnTo>
                    <a:pt x="20497164" y="5439918"/>
                  </a:lnTo>
                  <a:close/>
                  <a:moveTo>
                    <a:pt x="20395564" y="5439918"/>
                  </a:moveTo>
                  <a:lnTo>
                    <a:pt x="20344764" y="5439918"/>
                  </a:lnTo>
                  <a:lnTo>
                    <a:pt x="20344764" y="5414518"/>
                  </a:lnTo>
                  <a:lnTo>
                    <a:pt x="20395564" y="5414518"/>
                  </a:lnTo>
                  <a:close/>
                  <a:moveTo>
                    <a:pt x="20293964" y="5414518"/>
                  </a:moveTo>
                  <a:lnTo>
                    <a:pt x="20243164" y="5414518"/>
                  </a:lnTo>
                  <a:lnTo>
                    <a:pt x="20243164" y="5389118"/>
                  </a:lnTo>
                  <a:lnTo>
                    <a:pt x="20293964" y="5389118"/>
                  </a:lnTo>
                  <a:close/>
                  <a:moveTo>
                    <a:pt x="20192364" y="5389118"/>
                  </a:moveTo>
                  <a:lnTo>
                    <a:pt x="20141564" y="5389118"/>
                  </a:lnTo>
                  <a:lnTo>
                    <a:pt x="20141564" y="5363718"/>
                  </a:lnTo>
                  <a:lnTo>
                    <a:pt x="20192364" y="5363718"/>
                  </a:lnTo>
                  <a:close/>
                  <a:moveTo>
                    <a:pt x="20090764" y="5363718"/>
                  </a:moveTo>
                  <a:lnTo>
                    <a:pt x="20039964" y="5363718"/>
                  </a:lnTo>
                  <a:lnTo>
                    <a:pt x="20039964" y="5338318"/>
                  </a:lnTo>
                  <a:lnTo>
                    <a:pt x="20090764" y="5338318"/>
                  </a:lnTo>
                  <a:close/>
                  <a:moveTo>
                    <a:pt x="19989164" y="5338318"/>
                  </a:moveTo>
                  <a:lnTo>
                    <a:pt x="19938364" y="5338318"/>
                  </a:lnTo>
                  <a:lnTo>
                    <a:pt x="19938364" y="5312918"/>
                  </a:lnTo>
                  <a:lnTo>
                    <a:pt x="19989164" y="5312918"/>
                  </a:lnTo>
                  <a:close/>
                  <a:moveTo>
                    <a:pt x="19887564" y="5312918"/>
                  </a:moveTo>
                  <a:lnTo>
                    <a:pt x="19836764" y="5312918"/>
                  </a:lnTo>
                  <a:lnTo>
                    <a:pt x="19836764" y="5287518"/>
                  </a:lnTo>
                  <a:lnTo>
                    <a:pt x="19887564" y="5287518"/>
                  </a:lnTo>
                  <a:close/>
                  <a:moveTo>
                    <a:pt x="19785964" y="5287518"/>
                  </a:moveTo>
                  <a:lnTo>
                    <a:pt x="19735164" y="5287518"/>
                  </a:lnTo>
                  <a:lnTo>
                    <a:pt x="19735164" y="5262118"/>
                  </a:lnTo>
                  <a:lnTo>
                    <a:pt x="19785964" y="5262118"/>
                  </a:lnTo>
                  <a:close/>
                  <a:moveTo>
                    <a:pt x="19684364" y="5262118"/>
                  </a:moveTo>
                  <a:lnTo>
                    <a:pt x="19633564" y="5262118"/>
                  </a:lnTo>
                  <a:lnTo>
                    <a:pt x="19633564" y="5236718"/>
                  </a:lnTo>
                  <a:lnTo>
                    <a:pt x="19684364" y="5236718"/>
                  </a:lnTo>
                  <a:close/>
                  <a:moveTo>
                    <a:pt x="19582764" y="5236718"/>
                  </a:moveTo>
                  <a:lnTo>
                    <a:pt x="19531964" y="5236718"/>
                  </a:lnTo>
                  <a:lnTo>
                    <a:pt x="19531964" y="5211318"/>
                  </a:lnTo>
                  <a:lnTo>
                    <a:pt x="19582764" y="5211318"/>
                  </a:lnTo>
                  <a:close/>
                  <a:moveTo>
                    <a:pt x="19481164" y="5211318"/>
                  </a:moveTo>
                  <a:lnTo>
                    <a:pt x="19430364" y="5211318"/>
                  </a:lnTo>
                  <a:lnTo>
                    <a:pt x="19430364" y="5185918"/>
                  </a:lnTo>
                  <a:lnTo>
                    <a:pt x="19481164" y="5185918"/>
                  </a:lnTo>
                  <a:close/>
                  <a:moveTo>
                    <a:pt x="19379564" y="5185918"/>
                  </a:moveTo>
                  <a:lnTo>
                    <a:pt x="19328764" y="5185918"/>
                  </a:lnTo>
                  <a:lnTo>
                    <a:pt x="19328764" y="5160518"/>
                  </a:lnTo>
                  <a:lnTo>
                    <a:pt x="19379564" y="5160518"/>
                  </a:lnTo>
                  <a:close/>
                  <a:moveTo>
                    <a:pt x="19277964" y="5160518"/>
                  </a:moveTo>
                  <a:lnTo>
                    <a:pt x="19227164" y="5160518"/>
                  </a:lnTo>
                  <a:lnTo>
                    <a:pt x="19227164" y="5135118"/>
                  </a:lnTo>
                  <a:lnTo>
                    <a:pt x="19277964" y="5135118"/>
                  </a:lnTo>
                  <a:close/>
                  <a:moveTo>
                    <a:pt x="19176364" y="5135118"/>
                  </a:moveTo>
                  <a:lnTo>
                    <a:pt x="19125564" y="5135118"/>
                  </a:lnTo>
                  <a:lnTo>
                    <a:pt x="19125564" y="5109718"/>
                  </a:lnTo>
                  <a:lnTo>
                    <a:pt x="19176364" y="5109718"/>
                  </a:lnTo>
                  <a:close/>
                  <a:moveTo>
                    <a:pt x="19074764" y="5109718"/>
                  </a:moveTo>
                  <a:lnTo>
                    <a:pt x="19023964" y="5109718"/>
                  </a:lnTo>
                  <a:lnTo>
                    <a:pt x="19023964" y="5084318"/>
                  </a:lnTo>
                  <a:lnTo>
                    <a:pt x="19074764" y="5084318"/>
                  </a:lnTo>
                  <a:close/>
                  <a:moveTo>
                    <a:pt x="18973164" y="5084318"/>
                  </a:moveTo>
                  <a:lnTo>
                    <a:pt x="18922364" y="5084318"/>
                  </a:lnTo>
                  <a:lnTo>
                    <a:pt x="18922364" y="5058918"/>
                  </a:lnTo>
                  <a:lnTo>
                    <a:pt x="18973164" y="5058918"/>
                  </a:lnTo>
                  <a:close/>
                  <a:moveTo>
                    <a:pt x="18871564" y="5058918"/>
                  </a:moveTo>
                  <a:lnTo>
                    <a:pt x="18820764" y="5058918"/>
                  </a:lnTo>
                  <a:lnTo>
                    <a:pt x="18820764" y="5033518"/>
                  </a:lnTo>
                  <a:lnTo>
                    <a:pt x="18871564" y="5033518"/>
                  </a:lnTo>
                  <a:close/>
                  <a:moveTo>
                    <a:pt x="18769964" y="5033518"/>
                  </a:moveTo>
                  <a:lnTo>
                    <a:pt x="18719164" y="5033518"/>
                  </a:lnTo>
                  <a:lnTo>
                    <a:pt x="18719164" y="5008118"/>
                  </a:lnTo>
                  <a:lnTo>
                    <a:pt x="18769964" y="5008118"/>
                  </a:lnTo>
                  <a:close/>
                  <a:moveTo>
                    <a:pt x="18668364" y="5008118"/>
                  </a:moveTo>
                  <a:lnTo>
                    <a:pt x="18617564" y="5008118"/>
                  </a:lnTo>
                  <a:lnTo>
                    <a:pt x="18617564" y="4982718"/>
                  </a:lnTo>
                  <a:lnTo>
                    <a:pt x="18668364" y="4982718"/>
                  </a:lnTo>
                  <a:close/>
                  <a:moveTo>
                    <a:pt x="18566764" y="4982718"/>
                  </a:moveTo>
                  <a:lnTo>
                    <a:pt x="18515964" y="4982718"/>
                  </a:lnTo>
                  <a:lnTo>
                    <a:pt x="18515964" y="4957318"/>
                  </a:lnTo>
                  <a:lnTo>
                    <a:pt x="18566764" y="4957318"/>
                  </a:lnTo>
                  <a:close/>
                  <a:moveTo>
                    <a:pt x="18465164" y="4957318"/>
                  </a:moveTo>
                  <a:lnTo>
                    <a:pt x="18414364" y="4957318"/>
                  </a:lnTo>
                  <a:lnTo>
                    <a:pt x="18414364" y="4931918"/>
                  </a:lnTo>
                  <a:lnTo>
                    <a:pt x="18465164" y="4931918"/>
                  </a:lnTo>
                  <a:close/>
                  <a:moveTo>
                    <a:pt x="18363564" y="4931918"/>
                  </a:moveTo>
                  <a:lnTo>
                    <a:pt x="18312764" y="4931918"/>
                  </a:lnTo>
                  <a:lnTo>
                    <a:pt x="18312764" y="4906518"/>
                  </a:lnTo>
                  <a:lnTo>
                    <a:pt x="18363564" y="4906518"/>
                  </a:lnTo>
                  <a:close/>
                  <a:moveTo>
                    <a:pt x="18261964" y="4906518"/>
                  </a:moveTo>
                  <a:lnTo>
                    <a:pt x="18211164" y="4906518"/>
                  </a:lnTo>
                  <a:lnTo>
                    <a:pt x="18211164" y="4881118"/>
                  </a:lnTo>
                  <a:lnTo>
                    <a:pt x="18261964" y="4881118"/>
                  </a:lnTo>
                  <a:close/>
                  <a:moveTo>
                    <a:pt x="18160364" y="4881118"/>
                  </a:moveTo>
                  <a:lnTo>
                    <a:pt x="18109564" y="4881118"/>
                  </a:lnTo>
                  <a:lnTo>
                    <a:pt x="18109564" y="4855718"/>
                  </a:lnTo>
                  <a:lnTo>
                    <a:pt x="18160364" y="4855718"/>
                  </a:lnTo>
                  <a:close/>
                  <a:moveTo>
                    <a:pt x="18058764" y="4855718"/>
                  </a:moveTo>
                  <a:lnTo>
                    <a:pt x="18007964" y="4855718"/>
                  </a:lnTo>
                  <a:lnTo>
                    <a:pt x="18007964" y="4830318"/>
                  </a:lnTo>
                  <a:lnTo>
                    <a:pt x="18058764" y="4830318"/>
                  </a:lnTo>
                  <a:close/>
                  <a:moveTo>
                    <a:pt x="17957164" y="4830318"/>
                  </a:moveTo>
                  <a:lnTo>
                    <a:pt x="17906364" y="4830318"/>
                  </a:lnTo>
                  <a:lnTo>
                    <a:pt x="17906364" y="4804918"/>
                  </a:lnTo>
                  <a:lnTo>
                    <a:pt x="17957164" y="4804918"/>
                  </a:lnTo>
                  <a:close/>
                  <a:moveTo>
                    <a:pt x="17855564" y="4804918"/>
                  </a:moveTo>
                  <a:lnTo>
                    <a:pt x="17804764" y="4804918"/>
                  </a:lnTo>
                  <a:lnTo>
                    <a:pt x="17804764" y="4779518"/>
                  </a:lnTo>
                  <a:lnTo>
                    <a:pt x="17855564" y="4779518"/>
                  </a:lnTo>
                  <a:close/>
                  <a:moveTo>
                    <a:pt x="17753964" y="4779518"/>
                  </a:moveTo>
                  <a:lnTo>
                    <a:pt x="17703164" y="4779518"/>
                  </a:lnTo>
                  <a:lnTo>
                    <a:pt x="17703164" y="4754118"/>
                  </a:lnTo>
                  <a:lnTo>
                    <a:pt x="17753964" y="4754118"/>
                  </a:lnTo>
                  <a:close/>
                  <a:moveTo>
                    <a:pt x="17652364" y="4754118"/>
                  </a:moveTo>
                  <a:lnTo>
                    <a:pt x="17601564" y="4754118"/>
                  </a:lnTo>
                  <a:lnTo>
                    <a:pt x="17601564" y="4728718"/>
                  </a:lnTo>
                  <a:lnTo>
                    <a:pt x="17652364" y="4728718"/>
                  </a:lnTo>
                  <a:close/>
                  <a:moveTo>
                    <a:pt x="17550764" y="4728718"/>
                  </a:moveTo>
                  <a:lnTo>
                    <a:pt x="17499964" y="4728718"/>
                  </a:lnTo>
                  <a:lnTo>
                    <a:pt x="17499964" y="4703318"/>
                  </a:lnTo>
                  <a:lnTo>
                    <a:pt x="17550764" y="4703318"/>
                  </a:lnTo>
                  <a:close/>
                  <a:moveTo>
                    <a:pt x="17449164" y="4703318"/>
                  </a:moveTo>
                  <a:lnTo>
                    <a:pt x="17398364" y="4703318"/>
                  </a:lnTo>
                  <a:lnTo>
                    <a:pt x="17398364" y="4677918"/>
                  </a:lnTo>
                  <a:lnTo>
                    <a:pt x="17449164" y="4677918"/>
                  </a:lnTo>
                  <a:close/>
                  <a:moveTo>
                    <a:pt x="17347564" y="4677918"/>
                  </a:moveTo>
                  <a:lnTo>
                    <a:pt x="17296764" y="4677918"/>
                  </a:lnTo>
                  <a:lnTo>
                    <a:pt x="17296764" y="4652518"/>
                  </a:lnTo>
                  <a:lnTo>
                    <a:pt x="17347564" y="4652518"/>
                  </a:lnTo>
                  <a:close/>
                  <a:moveTo>
                    <a:pt x="17245964" y="4652518"/>
                  </a:moveTo>
                  <a:lnTo>
                    <a:pt x="17195164" y="4652518"/>
                  </a:lnTo>
                  <a:lnTo>
                    <a:pt x="17195164" y="4627118"/>
                  </a:lnTo>
                  <a:lnTo>
                    <a:pt x="17245964" y="4627118"/>
                  </a:lnTo>
                  <a:close/>
                  <a:moveTo>
                    <a:pt x="17144364" y="4627118"/>
                  </a:moveTo>
                  <a:lnTo>
                    <a:pt x="17093564" y="4627118"/>
                  </a:lnTo>
                  <a:lnTo>
                    <a:pt x="17093564" y="4601718"/>
                  </a:lnTo>
                  <a:lnTo>
                    <a:pt x="17144364" y="4601718"/>
                  </a:lnTo>
                  <a:close/>
                  <a:moveTo>
                    <a:pt x="17042764" y="4601718"/>
                  </a:moveTo>
                  <a:lnTo>
                    <a:pt x="16991964" y="4601718"/>
                  </a:lnTo>
                  <a:lnTo>
                    <a:pt x="16991964" y="4576318"/>
                  </a:lnTo>
                  <a:lnTo>
                    <a:pt x="17042764" y="4576318"/>
                  </a:lnTo>
                  <a:close/>
                  <a:moveTo>
                    <a:pt x="16941164" y="4576318"/>
                  </a:moveTo>
                  <a:lnTo>
                    <a:pt x="16890364" y="4576318"/>
                  </a:lnTo>
                  <a:lnTo>
                    <a:pt x="16890364" y="4550918"/>
                  </a:lnTo>
                  <a:lnTo>
                    <a:pt x="16941164" y="4550918"/>
                  </a:lnTo>
                  <a:close/>
                  <a:moveTo>
                    <a:pt x="16839564" y="4550918"/>
                  </a:moveTo>
                  <a:lnTo>
                    <a:pt x="16788764" y="4550918"/>
                  </a:lnTo>
                  <a:lnTo>
                    <a:pt x="16788764" y="4525518"/>
                  </a:lnTo>
                  <a:lnTo>
                    <a:pt x="16839564" y="4525518"/>
                  </a:lnTo>
                  <a:close/>
                  <a:moveTo>
                    <a:pt x="16737964" y="4525518"/>
                  </a:moveTo>
                  <a:lnTo>
                    <a:pt x="16687164" y="4525518"/>
                  </a:lnTo>
                  <a:lnTo>
                    <a:pt x="16687164" y="4500118"/>
                  </a:lnTo>
                  <a:lnTo>
                    <a:pt x="16737964" y="4500118"/>
                  </a:lnTo>
                  <a:close/>
                  <a:moveTo>
                    <a:pt x="16636364" y="4500118"/>
                  </a:moveTo>
                  <a:lnTo>
                    <a:pt x="16585564" y="4500118"/>
                  </a:lnTo>
                  <a:lnTo>
                    <a:pt x="16585564" y="4474718"/>
                  </a:lnTo>
                  <a:lnTo>
                    <a:pt x="16636364" y="4474718"/>
                  </a:lnTo>
                  <a:close/>
                  <a:moveTo>
                    <a:pt x="16534764" y="4474718"/>
                  </a:moveTo>
                  <a:lnTo>
                    <a:pt x="16483964" y="4474718"/>
                  </a:lnTo>
                  <a:lnTo>
                    <a:pt x="16483964" y="4449318"/>
                  </a:lnTo>
                  <a:lnTo>
                    <a:pt x="16534764" y="4449318"/>
                  </a:lnTo>
                  <a:close/>
                  <a:moveTo>
                    <a:pt x="16433164" y="4449318"/>
                  </a:moveTo>
                  <a:lnTo>
                    <a:pt x="16382364" y="4449318"/>
                  </a:lnTo>
                  <a:lnTo>
                    <a:pt x="16382364" y="4423918"/>
                  </a:lnTo>
                  <a:lnTo>
                    <a:pt x="16433164" y="4423918"/>
                  </a:lnTo>
                  <a:close/>
                  <a:moveTo>
                    <a:pt x="16331564" y="4423918"/>
                  </a:moveTo>
                  <a:lnTo>
                    <a:pt x="16280764" y="4423918"/>
                  </a:lnTo>
                  <a:lnTo>
                    <a:pt x="16280764" y="4398518"/>
                  </a:lnTo>
                  <a:lnTo>
                    <a:pt x="16331564" y="4398518"/>
                  </a:lnTo>
                  <a:close/>
                  <a:moveTo>
                    <a:pt x="16229964" y="4398518"/>
                  </a:moveTo>
                  <a:lnTo>
                    <a:pt x="16179164" y="4398518"/>
                  </a:lnTo>
                  <a:lnTo>
                    <a:pt x="16179164" y="4373118"/>
                  </a:lnTo>
                  <a:lnTo>
                    <a:pt x="16229964" y="4373118"/>
                  </a:lnTo>
                  <a:close/>
                  <a:moveTo>
                    <a:pt x="16128364" y="4373118"/>
                  </a:moveTo>
                  <a:lnTo>
                    <a:pt x="16077564" y="4373118"/>
                  </a:lnTo>
                  <a:lnTo>
                    <a:pt x="16077564" y="4347718"/>
                  </a:lnTo>
                  <a:lnTo>
                    <a:pt x="16128364" y="4347718"/>
                  </a:lnTo>
                  <a:close/>
                  <a:moveTo>
                    <a:pt x="16026764" y="4347718"/>
                  </a:moveTo>
                  <a:lnTo>
                    <a:pt x="15975964" y="4347718"/>
                  </a:lnTo>
                  <a:lnTo>
                    <a:pt x="15975964" y="4322318"/>
                  </a:lnTo>
                  <a:lnTo>
                    <a:pt x="16026764" y="4322318"/>
                  </a:lnTo>
                  <a:close/>
                  <a:moveTo>
                    <a:pt x="15925164" y="4322318"/>
                  </a:moveTo>
                  <a:lnTo>
                    <a:pt x="15874364" y="4322318"/>
                  </a:lnTo>
                  <a:lnTo>
                    <a:pt x="15874364" y="4296918"/>
                  </a:lnTo>
                  <a:lnTo>
                    <a:pt x="15925164" y="4296918"/>
                  </a:lnTo>
                  <a:close/>
                  <a:moveTo>
                    <a:pt x="15823564" y="4296918"/>
                  </a:moveTo>
                  <a:lnTo>
                    <a:pt x="15772764" y="4296918"/>
                  </a:lnTo>
                  <a:lnTo>
                    <a:pt x="15772764" y="4271518"/>
                  </a:lnTo>
                  <a:lnTo>
                    <a:pt x="15823564" y="4271518"/>
                  </a:lnTo>
                  <a:close/>
                  <a:moveTo>
                    <a:pt x="15721964" y="4271518"/>
                  </a:moveTo>
                  <a:lnTo>
                    <a:pt x="15671164" y="4271518"/>
                  </a:lnTo>
                  <a:lnTo>
                    <a:pt x="15671164" y="4246118"/>
                  </a:lnTo>
                  <a:lnTo>
                    <a:pt x="15721964" y="4246118"/>
                  </a:lnTo>
                  <a:close/>
                  <a:moveTo>
                    <a:pt x="15620364" y="4246118"/>
                  </a:moveTo>
                  <a:lnTo>
                    <a:pt x="15569564" y="4246118"/>
                  </a:lnTo>
                  <a:lnTo>
                    <a:pt x="15569564" y="4220718"/>
                  </a:lnTo>
                  <a:lnTo>
                    <a:pt x="15620364" y="4220718"/>
                  </a:lnTo>
                  <a:close/>
                  <a:moveTo>
                    <a:pt x="15518764" y="4220718"/>
                  </a:moveTo>
                  <a:lnTo>
                    <a:pt x="15467964" y="4220718"/>
                  </a:lnTo>
                  <a:lnTo>
                    <a:pt x="15467964" y="4195318"/>
                  </a:lnTo>
                  <a:lnTo>
                    <a:pt x="15518764" y="4195318"/>
                  </a:lnTo>
                  <a:close/>
                  <a:moveTo>
                    <a:pt x="15417164" y="4195318"/>
                  </a:moveTo>
                  <a:lnTo>
                    <a:pt x="15366364" y="4195318"/>
                  </a:lnTo>
                  <a:lnTo>
                    <a:pt x="15366364" y="4169918"/>
                  </a:lnTo>
                  <a:lnTo>
                    <a:pt x="15417164" y="4169918"/>
                  </a:lnTo>
                  <a:close/>
                  <a:moveTo>
                    <a:pt x="15315564" y="4169918"/>
                  </a:moveTo>
                  <a:lnTo>
                    <a:pt x="15264764" y="4169918"/>
                  </a:lnTo>
                  <a:lnTo>
                    <a:pt x="15264764" y="4144518"/>
                  </a:lnTo>
                  <a:lnTo>
                    <a:pt x="15315564" y="4144518"/>
                  </a:lnTo>
                  <a:close/>
                  <a:moveTo>
                    <a:pt x="15213964" y="4144518"/>
                  </a:moveTo>
                  <a:lnTo>
                    <a:pt x="15163164" y="4144518"/>
                  </a:lnTo>
                  <a:lnTo>
                    <a:pt x="15163164" y="4119118"/>
                  </a:lnTo>
                  <a:lnTo>
                    <a:pt x="15213964" y="4119118"/>
                  </a:lnTo>
                  <a:close/>
                  <a:moveTo>
                    <a:pt x="15112364" y="4119118"/>
                  </a:moveTo>
                  <a:lnTo>
                    <a:pt x="15061564" y="4119118"/>
                  </a:lnTo>
                  <a:lnTo>
                    <a:pt x="15061564" y="4093718"/>
                  </a:lnTo>
                  <a:lnTo>
                    <a:pt x="15112364" y="4093718"/>
                  </a:lnTo>
                  <a:close/>
                  <a:moveTo>
                    <a:pt x="15010764" y="4093718"/>
                  </a:moveTo>
                  <a:lnTo>
                    <a:pt x="14959964" y="4093718"/>
                  </a:lnTo>
                  <a:lnTo>
                    <a:pt x="14959964" y="4068318"/>
                  </a:lnTo>
                  <a:lnTo>
                    <a:pt x="15010764" y="4068318"/>
                  </a:lnTo>
                  <a:close/>
                  <a:moveTo>
                    <a:pt x="14909164" y="4068318"/>
                  </a:moveTo>
                  <a:lnTo>
                    <a:pt x="14858364" y="4068318"/>
                  </a:lnTo>
                  <a:lnTo>
                    <a:pt x="14858364" y="4042918"/>
                  </a:lnTo>
                  <a:lnTo>
                    <a:pt x="14909164" y="4042918"/>
                  </a:lnTo>
                  <a:close/>
                  <a:moveTo>
                    <a:pt x="14807564" y="4042918"/>
                  </a:moveTo>
                  <a:lnTo>
                    <a:pt x="14756764" y="4042918"/>
                  </a:lnTo>
                  <a:lnTo>
                    <a:pt x="14756764" y="4017518"/>
                  </a:lnTo>
                  <a:lnTo>
                    <a:pt x="14807564" y="4017518"/>
                  </a:lnTo>
                  <a:close/>
                  <a:moveTo>
                    <a:pt x="14705964" y="4017518"/>
                  </a:moveTo>
                  <a:lnTo>
                    <a:pt x="14655164" y="4017518"/>
                  </a:lnTo>
                  <a:lnTo>
                    <a:pt x="14655164" y="3992118"/>
                  </a:lnTo>
                  <a:lnTo>
                    <a:pt x="14705964" y="3992118"/>
                  </a:lnTo>
                  <a:close/>
                  <a:moveTo>
                    <a:pt x="14604364" y="3992118"/>
                  </a:moveTo>
                  <a:lnTo>
                    <a:pt x="14553564" y="3992118"/>
                  </a:lnTo>
                  <a:lnTo>
                    <a:pt x="14553564" y="3966718"/>
                  </a:lnTo>
                  <a:lnTo>
                    <a:pt x="14604364" y="3966718"/>
                  </a:lnTo>
                  <a:close/>
                  <a:moveTo>
                    <a:pt x="14502764" y="3966718"/>
                  </a:moveTo>
                  <a:lnTo>
                    <a:pt x="14451964" y="3966718"/>
                  </a:lnTo>
                  <a:lnTo>
                    <a:pt x="14451964" y="3941318"/>
                  </a:lnTo>
                  <a:lnTo>
                    <a:pt x="14502764" y="3941318"/>
                  </a:lnTo>
                  <a:close/>
                  <a:moveTo>
                    <a:pt x="14401164" y="3941318"/>
                  </a:moveTo>
                  <a:lnTo>
                    <a:pt x="14350364" y="3941318"/>
                  </a:lnTo>
                  <a:lnTo>
                    <a:pt x="14350364" y="3915918"/>
                  </a:lnTo>
                  <a:lnTo>
                    <a:pt x="14401164" y="3915918"/>
                  </a:lnTo>
                  <a:close/>
                  <a:moveTo>
                    <a:pt x="14299564" y="3915918"/>
                  </a:moveTo>
                  <a:lnTo>
                    <a:pt x="14248764" y="3915918"/>
                  </a:lnTo>
                  <a:lnTo>
                    <a:pt x="14248764" y="3890518"/>
                  </a:lnTo>
                  <a:lnTo>
                    <a:pt x="14299564" y="3890518"/>
                  </a:lnTo>
                  <a:close/>
                  <a:moveTo>
                    <a:pt x="14197964" y="3890518"/>
                  </a:moveTo>
                  <a:lnTo>
                    <a:pt x="14147164" y="3890518"/>
                  </a:lnTo>
                  <a:lnTo>
                    <a:pt x="14147164" y="3865118"/>
                  </a:lnTo>
                  <a:lnTo>
                    <a:pt x="14197964" y="3865118"/>
                  </a:lnTo>
                  <a:close/>
                  <a:moveTo>
                    <a:pt x="14096364" y="3865118"/>
                  </a:moveTo>
                  <a:lnTo>
                    <a:pt x="14045564" y="3865118"/>
                  </a:lnTo>
                  <a:lnTo>
                    <a:pt x="14045564" y="3839718"/>
                  </a:lnTo>
                  <a:lnTo>
                    <a:pt x="14096364" y="3839718"/>
                  </a:lnTo>
                  <a:close/>
                  <a:moveTo>
                    <a:pt x="13994764" y="3839718"/>
                  </a:moveTo>
                  <a:lnTo>
                    <a:pt x="13943964" y="3839718"/>
                  </a:lnTo>
                  <a:lnTo>
                    <a:pt x="13943964" y="3814318"/>
                  </a:lnTo>
                  <a:lnTo>
                    <a:pt x="13994764" y="3814318"/>
                  </a:lnTo>
                  <a:close/>
                  <a:moveTo>
                    <a:pt x="13893164" y="3814318"/>
                  </a:moveTo>
                  <a:lnTo>
                    <a:pt x="13842364" y="3814318"/>
                  </a:lnTo>
                  <a:lnTo>
                    <a:pt x="13842364" y="3788918"/>
                  </a:lnTo>
                  <a:lnTo>
                    <a:pt x="13893164" y="3788918"/>
                  </a:lnTo>
                  <a:close/>
                  <a:moveTo>
                    <a:pt x="13791564" y="3788918"/>
                  </a:moveTo>
                  <a:lnTo>
                    <a:pt x="13740764" y="3788918"/>
                  </a:lnTo>
                  <a:lnTo>
                    <a:pt x="13740764" y="3763518"/>
                  </a:lnTo>
                  <a:lnTo>
                    <a:pt x="13791564" y="3763518"/>
                  </a:lnTo>
                  <a:close/>
                  <a:moveTo>
                    <a:pt x="13689964" y="3763518"/>
                  </a:moveTo>
                  <a:lnTo>
                    <a:pt x="13639164" y="3763518"/>
                  </a:lnTo>
                  <a:lnTo>
                    <a:pt x="13639164" y="3738118"/>
                  </a:lnTo>
                  <a:lnTo>
                    <a:pt x="13689964" y="3738118"/>
                  </a:lnTo>
                  <a:close/>
                  <a:moveTo>
                    <a:pt x="13588365" y="3738118"/>
                  </a:moveTo>
                  <a:lnTo>
                    <a:pt x="13537565" y="3738118"/>
                  </a:lnTo>
                  <a:lnTo>
                    <a:pt x="13537565" y="3712718"/>
                  </a:lnTo>
                  <a:lnTo>
                    <a:pt x="13588365" y="3712718"/>
                  </a:lnTo>
                  <a:close/>
                  <a:moveTo>
                    <a:pt x="13486765" y="3712718"/>
                  </a:moveTo>
                  <a:lnTo>
                    <a:pt x="13435965" y="3712718"/>
                  </a:lnTo>
                  <a:lnTo>
                    <a:pt x="13435965" y="3687318"/>
                  </a:lnTo>
                  <a:lnTo>
                    <a:pt x="13486765" y="3687318"/>
                  </a:lnTo>
                  <a:close/>
                  <a:moveTo>
                    <a:pt x="13385165" y="3687318"/>
                  </a:moveTo>
                  <a:lnTo>
                    <a:pt x="13334365" y="3687318"/>
                  </a:lnTo>
                  <a:lnTo>
                    <a:pt x="13334365" y="3661918"/>
                  </a:lnTo>
                  <a:lnTo>
                    <a:pt x="13385165" y="3661918"/>
                  </a:lnTo>
                  <a:close/>
                  <a:moveTo>
                    <a:pt x="13283565" y="3661918"/>
                  </a:moveTo>
                  <a:lnTo>
                    <a:pt x="13232765" y="3661918"/>
                  </a:lnTo>
                  <a:lnTo>
                    <a:pt x="13232765" y="3636518"/>
                  </a:lnTo>
                  <a:lnTo>
                    <a:pt x="13283565" y="3636518"/>
                  </a:lnTo>
                  <a:close/>
                  <a:moveTo>
                    <a:pt x="13181965" y="3636518"/>
                  </a:moveTo>
                  <a:lnTo>
                    <a:pt x="13131165" y="3636518"/>
                  </a:lnTo>
                  <a:lnTo>
                    <a:pt x="13131165" y="3611118"/>
                  </a:lnTo>
                  <a:lnTo>
                    <a:pt x="13181965" y="3611118"/>
                  </a:lnTo>
                  <a:close/>
                  <a:moveTo>
                    <a:pt x="13080365" y="3611118"/>
                  </a:moveTo>
                  <a:lnTo>
                    <a:pt x="13029565" y="3611118"/>
                  </a:lnTo>
                  <a:lnTo>
                    <a:pt x="13029565" y="3585718"/>
                  </a:lnTo>
                  <a:lnTo>
                    <a:pt x="13080365" y="3585718"/>
                  </a:lnTo>
                  <a:close/>
                  <a:moveTo>
                    <a:pt x="12978765" y="3585718"/>
                  </a:moveTo>
                  <a:lnTo>
                    <a:pt x="12927965" y="3585718"/>
                  </a:lnTo>
                  <a:lnTo>
                    <a:pt x="12927965" y="3560318"/>
                  </a:lnTo>
                  <a:lnTo>
                    <a:pt x="12978765" y="3560318"/>
                  </a:lnTo>
                  <a:close/>
                  <a:moveTo>
                    <a:pt x="12877165" y="3560318"/>
                  </a:moveTo>
                  <a:lnTo>
                    <a:pt x="12826365" y="3560318"/>
                  </a:lnTo>
                  <a:lnTo>
                    <a:pt x="12826365" y="3534918"/>
                  </a:lnTo>
                  <a:lnTo>
                    <a:pt x="12877165" y="3534918"/>
                  </a:lnTo>
                  <a:close/>
                  <a:moveTo>
                    <a:pt x="12775565" y="3534918"/>
                  </a:moveTo>
                  <a:lnTo>
                    <a:pt x="12724765" y="3534918"/>
                  </a:lnTo>
                  <a:lnTo>
                    <a:pt x="12724765" y="3509518"/>
                  </a:lnTo>
                  <a:lnTo>
                    <a:pt x="12775565" y="3509518"/>
                  </a:lnTo>
                  <a:close/>
                  <a:moveTo>
                    <a:pt x="12673965" y="3509518"/>
                  </a:moveTo>
                  <a:lnTo>
                    <a:pt x="12623165" y="3509518"/>
                  </a:lnTo>
                  <a:lnTo>
                    <a:pt x="12623165" y="3484118"/>
                  </a:lnTo>
                  <a:lnTo>
                    <a:pt x="12673965" y="3484118"/>
                  </a:lnTo>
                  <a:close/>
                  <a:moveTo>
                    <a:pt x="12572365" y="3484118"/>
                  </a:moveTo>
                  <a:lnTo>
                    <a:pt x="12521565" y="3484118"/>
                  </a:lnTo>
                  <a:lnTo>
                    <a:pt x="12521565" y="3458718"/>
                  </a:lnTo>
                  <a:lnTo>
                    <a:pt x="12572365" y="3458718"/>
                  </a:lnTo>
                  <a:close/>
                  <a:moveTo>
                    <a:pt x="12470765" y="3458718"/>
                  </a:moveTo>
                  <a:lnTo>
                    <a:pt x="12419965" y="3458718"/>
                  </a:lnTo>
                  <a:lnTo>
                    <a:pt x="12419965" y="3433318"/>
                  </a:lnTo>
                  <a:lnTo>
                    <a:pt x="12470765" y="3433318"/>
                  </a:lnTo>
                  <a:close/>
                  <a:moveTo>
                    <a:pt x="12369165" y="3433318"/>
                  </a:moveTo>
                  <a:lnTo>
                    <a:pt x="12318365" y="3433318"/>
                  </a:lnTo>
                  <a:lnTo>
                    <a:pt x="12318365" y="3407918"/>
                  </a:lnTo>
                  <a:lnTo>
                    <a:pt x="12369165" y="3407918"/>
                  </a:lnTo>
                  <a:close/>
                  <a:moveTo>
                    <a:pt x="12267565" y="3407918"/>
                  </a:moveTo>
                  <a:lnTo>
                    <a:pt x="12216765" y="3407918"/>
                  </a:lnTo>
                  <a:lnTo>
                    <a:pt x="12216765" y="3382518"/>
                  </a:lnTo>
                  <a:lnTo>
                    <a:pt x="12267565" y="3382518"/>
                  </a:lnTo>
                  <a:close/>
                  <a:moveTo>
                    <a:pt x="12165965" y="3382518"/>
                  </a:moveTo>
                  <a:lnTo>
                    <a:pt x="12115165" y="3382518"/>
                  </a:lnTo>
                  <a:lnTo>
                    <a:pt x="12115165" y="3357118"/>
                  </a:lnTo>
                  <a:lnTo>
                    <a:pt x="12165965" y="3357118"/>
                  </a:lnTo>
                  <a:close/>
                  <a:moveTo>
                    <a:pt x="12064365" y="3357118"/>
                  </a:moveTo>
                  <a:lnTo>
                    <a:pt x="12013565" y="3357118"/>
                  </a:lnTo>
                  <a:lnTo>
                    <a:pt x="12013565" y="3331718"/>
                  </a:lnTo>
                  <a:lnTo>
                    <a:pt x="12064365" y="3331718"/>
                  </a:lnTo>
                  <a:close/>
                  <a:moveTo>
                    <a:pt x="11962765" y="3331718"/>
                  </a:moveTo>
                  <a:lnTo>
                    <a:pt x="11911965" y="3331718"/>
                  </a:lnTo>
                  <a:lnTo>
                    <a:pt x="11911965" y="3306318"/>
                  </a:lnTo>
                  <a:lnTo>
                    <a:pt x="11962765" y="3306318"/>
                  </a:lnTo>
                  <a:close/>
                  <a:moveTo>
                    <a:pt x="11861165" y="3306318"/>
                  </a:moveTo>
                  <a:lnTo>
                    <a:pt x="11810365" y="3306318"/>
                  </a:lnTo>
                  <a:lnTo>
                    <a:pt x="11810365" y="3280918"/>
                  </a:lnTo>
                  <a:lnTo>
                    <a:pt x="11861165" y="3280918"/>
                  </a:lnTo>
                  <a:close/>
                  <a:moveTo>
                    <a:pt x="11759565" y="3280918"/>
                  </a:moveTo>
                  <a:lnTo>
                    <a:pt x="11708765" y="3280918"/>
                  </a:lnTo>
                  <a:lnTo>
                    <a:pt x="11708765" y="3255518"/>
                  </a:lnTo>
                  <a:lnTo>
                    <a:pt x="11759565" y="3255518"/>
                  </a:lnTo>
                  <a:close/>
                  <a:moveTo>
                    <a:pt x="11657965" y="3255518"/>
                  </a:moveTo>
                  <a:lnTo>
                    <a:pt x="11607165" y="3255518"/>
                  </a:lnTo>
                  <a:lnTo>
                    <a:pt x="11607165" y="3230118"/>
                  </a:lnTo>
                  <a:lnTo>
                    <a:pt x="11657965" y="3230118"/>
                  </a:lnTo>
                  <a:close/>
                  <a:moveTo>
                    <a:pt x="11556365" y="3230118"/>
                  </a:moveTo>
                  <a:lnTo>
                    <a:pt x="11505565" y="3230118"/>
                  </a:lnTo>
                  <a:lnTo>
                    <a:pt x="11505565" y="3204718"/>
                  </a:lnTo>
                  <a:lnTo>
                    <a:pt x="11556365" y="3204718"/>
                  </a:lnTo>
                  <a:close/>
                  <a:moveTo>
                    <a:pt x="11454765" y="3204718"/>
                  </a:moveTo>
                  <a:lnTo>
                    <a:pt x="11403965" y="3204718"/>
                  </a:lnTo>
                  <a:lnTo>
                    <a:pt x="11403965" y="3179318"/>
                  </a:lnTo>
                  <a:lnTo>
                    <a:pt x="11454765" y="3179318"/>
                  </a:lnTo>
                  <a:close/>
                  <a:moveTo>
                    <a:pt x="11353165" y="3179318"/>
                  </a:moveTo>
                  <a:lnTo>
                    <a:pt x="11302365" y="3179318"/>
                  </a:lnTo>
                  <a:lnTo>
                    <a:pt x="11302365" y="3153918"/>
                  </a:lnTo>
                  <a:lnTo>
                    <a:pt x="11353165" y="3153918"/>
                  </a:lnTo>
                  <a:close/>
                  <a:moveTo>
                    <a:pt x="11251565" y="3153918"/>
                  </a:moveTo>
                  <a:lnTo>
                    <a:pt x="11200765" y="3153918"/>
                  </a:lnTo>
                  <a:lnTo>
                    <a:pt x="11200765" y="3128518"/>
                  </a:lnTo>
                  <a:lnTo>
                    <a:pt x="11251565" y="3128518"/>
                  </a:lnTo>
                  <a:close/>
                  <a:moveTo>
                    <a:pt x="11149965" y="3128518"/>
                  </a:moveTo>
                  <a:lnTo>
                    <a:pt x="11099165" y="3128518"/>
                  </a:lnTo>
                  <a:lnTo>
                    <a:pt x="11099165" y="3103118"/>
                  </a:lnTo>
                  <a:lnTo>
                    <a:pt x="11149965" y="3103118"/>
                  </a:lnTo>
                  <a:close/>
                  <a:moveTo>
                    <a:pt x="11048365" y="3103118"/>
                  </a:moveTo>
                  <a:lnTo>
                    <a:pt x="10997565" y="3103118"/>
                  </a:lnTo>
                  <a:lnTo>
                    <a:pt x="10997565" y="3077718"/>
                  </a:lnTo>
                  <a:lnTo>
                    <a:pt x="11048365" y="3077718"/>
                  </a:lnTo>
                  <a:close/>
                  <a:moveTo>
                    <a:pt x="10946765" y="3077718"/>
                  </a:moveTo>
                  <a:lnTo>
                    <a:pt x="10895965" y="3077718"/>
                  </a:lnTo>
                  <a:lnTo>
                    <a:pt x="10895965" y="3052318"/>
                  </a:lnTo>
                  <a:lnTo>
                    <a:pt x="10946765" y="3052318"/>
                  </a:lnTo>
                  <a:close/>
                  <a:moveTo>
                    <a:pt x="10845165" y="3052318"/>
                  </a:moveTo>
                  <a:lnTo>
                    <a:pt x="10794365" y="3052318"/>
                  </a:lnTo>
                  <a:lnTo>
                    <a:pt x="10794365" y="3026918"/>
                  </a:lnTo>
                  <a:lnTo>
                    <a:pt x="10845165" y="3026918"/>
                  </a:lnTo>
                  <a:close/>
                  <a:moveTo>
                    <a:pt x="10743565" y="3026918"/>
                  </a:moveTo>
                  <a:lnTo>
                    <a:pt x="10692765" y="3026918"/>
                  </a:lnTo>
                  <a:lnTo>
                    <a:pt x="10692765" y="3001518"/>
                  </a:lnTo>
                  <a:lnTo>
                    <a:pt x="10743565" y="3001518"/>
                  </a:lnTo>
                  <a:close/>
                  <a:moveTo>
                    <a:pt x="10641965" y="3001518"/>
                  </a:moveTo>
                  <a:lnTo>
                    <a:pt x="10591165" y="3001518"/>
                  </a:lnTo>
                  <a:lnTo>
                    <a:pt x="10591165" y="2976118"/>
                  </a:lnTo>
                  <a:lnTo>
                    <a:pt x="10641965" y="2976118"/>
                  </a:lnTo>
                  <a:close/>
                  <a:moveTo>
                    <a:pt x="10540365" y="2976118"/>
                  </a:moveTo>
                  <a:lnTo>
                    <a:pt x="10489565" y="2976118"/>
                  </a:lnTo>
                  <a:lnTo>
                    <a:pt x="10489565" y="2950718"/>
                  </a:lnTo>
                  <a:lnTo>
                    <a:pt x="10540365" y="2950718"/>
                  </a:lnTo>
                  <a:close/>
                  <a:moveTo>
                    <a:pt x="10438765" y="2950718"/>
                  </a:moveTo>
                  <a:lnTo>
                    <a:pt x="10387965" y="2950718"/>
                  </a:lnTo>
                  <a:lnTo>
                    <a:pt x="10387965" y="2925318"/>
                  </a:lnTo>
                  <a:lnTo>
                    <a:pt x="10438765" y="2925318"/>
                  </a:lnTo>
                  <a:close/>
                  <a:moveTo>
                    <a:pt x="10337165" y="2925318"/>
                  </a:moveTo>
                  <a:lnTo>
                    <a:pt x="10286365" y="2925318"/>
                  </a:lnTo>
                  <a:lnTo>
                    <a:pt x="10286365" y="2899918"/>
                  </a:lnTo>
                  <a:lnTo>
                    <a:pt x="10337165" y="2899918"/>
                  </a:lnTo>
                  <a:close/>
                  <a:moveTo>
                    <a:pt x="10235565" y="2899918"/>
                  </a:moveTo>
                  <a:lnTo>
                    <a:pt x="10184765" y="2899918"/>
                  </a:lnTo>
                  <a:lnTo>
                    <a:pt x="10184765" y="2874518"/>
                  </a:lnTo>
                  <a:lnTo>
                    <a:pt x="10235565" y="2874518"/>
                  </a:lnTo>
                  <a:close/>
                  <a:moveTo>
                    <a:pt x="10133965" y="2874518"/>
                  </a:moveTo>
                  <a:lnTo>
                    <a:pt x="10083165" y="2874518"/>
                  </a:lnTo>
                  <a:lnTo>
                    <a:pt x="10083165" y="2849118"/>
                  </a:lnTo>
                  <a:lnTo>
                    <a:pt x="10133965" y="2849118"/>
                  </a:lnTo>
                  <a:close/>
                  <a:moveTo>
                    <a:pt x="10032365" y="2849118"/>
                  </a:moveTo>
                  <a:lnTo>
                    <a:pt x="9981565" y="2849118"/>
                  </a:lnTo>
                  <a:lnTo>
                    <a:pt x="9981565" y="2823718"/>
                  </a:lnTo>
                  <a:lnTo>
                    <a:pt x="10032365" y="2823718"/>
                  </a:lnTo>
                  <a:close/>
                  <a:moveTo>
                    <a:pt x="9930765" y="2823718"/>
                  </a:moveTo>
                  <a:lnTo>
                    <a:pt x="9879965" y="2823718"/>
                  </a:lnTo>
                  <a:lnTo>
                    <a:pt x="9879965" y="2798318"/>
                  </a:lnTo>
                  <a:lnTo>
                    <a:pt x="9930765" y="2798318"/>
                  </a:lnTo>
                  <a:close/>
                  <a:moveTo>
                    <a:pt x="9829165" y="2798318"/>
                  </a:moveTo>
                  <a:lnTo>
                    <a:pt x="9778365" y="2798318"/>
                  </a:lnTo>
                  <a:lnTo>
                    <a:pt x="9778365" y="2772918"/>
                  </a:lnTo>
                  <a:lnTo>
                    <a:pt x="9829165" y="2772918"/>
                  </a:lnTo>
                  <a:close/>
                  <a:moveTo>
                    <a:pt x="9727565" y="2772918"/>
                  </a:moveTo>
                  <a:lnTo>
                    <a:pt x="9676765" y="2772918"/>
                  </a:lnTo>
                  <a:lnTo>
                    <a:pt x="9676765" y="2747518"/>
                  </a:lnTo>
                  <a:lnTo>
                    <a:pt x="9727565" y="2747518"/>
                  </a:lnTo>
                  <a:close/>
                  <a:moveTo>
                    <a:pt x="9625965" y="2747518"/>
                  </a:moveTo>
                  <a:lnTo>
                    <a:pt x="9575165" y="2747518"/>
                  </a:lnTo>
                  <a:lnTo>
                    <a:pt x="9575165" y="2722118"/>
                  </a:lnTo>
                  <a:lnTo>
                    <a:pt x="9625965" y="2722118"/>
                  </a:lnTo>
                  <a:close/>
                  <a:moveTo>
                    <a:pt x="9524365" y="2722118"/>
                  </a:moveTo>
                  <a:lnTo>
                    <a:pt x="9473565" y="2722118"/>
                  </a:lnTo>
                  <a:lnTo>
                    <a:pt x="9473565" y="2696718"/>
                  </a:lnTo>
                  <a:lnTo>
                    <a:pt x="9524365" y="2696718"/>
                  </a:lnTo>
                  <a:close/>
                  <a:moveTo>
                    <a:pt x="9422765" y="2696718"/>
                  </a:moveTo>
                  <a:lnTo>
                    <a:pt x="9371965" y="2696718"/>
                  </a:lnTo>
                  <a:lnTo>
                    <a:pt x="9371965" y="2671318"/>
                  </a:lnTo>
                  <a:lnTo>
                    <a:pt x="9422765" y="2671318"/>
                  </a:lnTo>
                  <a:close/>
                  <a:moveTo>
                    <a:pt x="9321165" y="2671318"/>
                  </a:moveTo>
                  <a:lnTo>
                    <a:pt x="9270365" y="2671318"/>
                  </a:lnTo>
                  <a:lnTo>
                    <a:pt x="9270365" y="2645918"/>
                  </a:lnTo>
                  <a:lnTo>
                    <a:pt x="9321165" y="2645918"/>
                  </a:lnTo>
                  <a:close/>
                  <a:moveTo>
                    <a:pt x="9219565" y="2645918"/>
                  </a:moveTo>
                  <a:lnTo>
                    <a:pt x="9168765" y="2645918"/>
                  </a:lnTo>
                  <a:lnTo>
                    <a:pt x="9168765" y="2620518"/>
                  </a:lnTo>
                  <a:lnTo>
                    <a:pt x="9219565" y="2620518"/>
                  </a:lnTo>
                  <a:close/>
                  <a:moveTo>
                    <a:pt x="9117965" y="2620518"/>
                  </a:moveTo>
                  <a:lnTo>
                    <a:pt x="9067165" y="2620518"/>
                  </a:lnTo>
                  <a:lnTo>
                    <a:pt x="9067165" y="2595118"/>
                  </a:lnTo>
                  <a:lnTo>
                    <a:pt x="9117965" y="2595118"/>
                  </a:lnTo>
                  <a:close/>
                  <a:moveTo>
                    <a:pt x="9016365" y="2595118"/>
                  </a:moveTo>
                  <a:lnTo>
                    <a:pt x="8965565" y="2595118"/>
                  </a:lnTo>
                  <a:lnTo>
                    <a:pt x="8965565" y="2569718"/>
                  </a:lnTo>
                  <a:lnTo>
                    <a:pt x="9016365" y="2569718"/>
                  </a:lnTo>
                  <a:close/>
                  <a:moveTo>
                    <a:pt x="8914765" y="2569718"/>
                  </a:moveTo>
                  <a:lnTo>
                    <a:pt x="8863965" y="2569718"/>
                  </a:lnTo>
                  <a:lnTo>
                    <a:pt x="8863965" y="2544318"/>
                  </a:lnTo>
                  <a:lnTo>
                    <a:pt x="8914765" y="2544318"/>
                  </a:lnTo>
                  <a:close/>
                  <a:moveTo>
                    <a:pt x="8813165" y="2544318"/>
                  </a:moveTo>
                  <a:lnTo>
                    <a:pt x="8762365" y="2544318"/>
                  </a:lnTo>
                  <a:lnTo>
                    <a:pt x="8762365" y="2518918"/>
                  </a:lnTo>
                  <a:lnTo>
                    <a:pt x="8813165" y="2518918"/>
                  </a:lnTo>
                  <a:close/>
                  <a:moveTo>
                    <a:pt x="8711565" y="2518918"/>
                  </a:moveTo>
                  <a:lnTo>
                    <a:pt x="8660765" y="2518918"/>
                  </a:lnTo>
                  <a:lnTo>
                    <a:pt x="8660765" y="2493518"/>
                  </a:lnTo>
                  <a:lnTo>
                    <a:pt x="8711565" y="2493518"/>
                  </a:lnTo>
                  <a:close/>
                  <a:moveTo>
                    <a:pt x="8609965" y="2493518"/>
                  </a:moveTo>
                  <a:lnTo>
                    <a:pt x="8559165" y="2493518"/>
                  </a:lnTo>
                  <a:lnTo>
                    <a:pt x="8559165" y="2468118"/>
                  </a:lnTo>
                  <a:lnTo>
                    <a:pt x="8609965" y="2468118"/>
                  </a:lnTo>
                  <a:close/>
                  <a:moveTo>
                    <a:pt x="8508365" y="2468118"/>
                  </a:moveTo>
                  <a:lnTo>
                    <a:pt x="8457565" y="2468118"/>
                  </a:lnTo>
                  <a:lnTo>
                    <a:pt x="8457565" y="2442718"/>
                  </a:lnTo>
                  <a:lnTo>
                    <a:pt x="8508365" y="2442718"/>
                  </a:lnTo>
                  <a:close/>
                  <a:moveTo>
                    <a:pt x="8406765" y="2442718"/>
                  </a:moveTo>
                  <a:lnTo>
                    <a:pt x="8355965" y="2442718"/>
                  </a:lnTo>
                  <a:lnTo>
                    <a:pt x="8355965" y="2417318"/>
                  </a:lnTo>
                  <a:lnTo>
                    <a:pt x="8406765" y="2417318"/>
                  </a:lnTo>
                  <a:close/>
                  <a:moveTo>
                    <a:pt x="8305165" y="2417318"/>
                  </a:moveTo>
                  <a:lnTo>
                    <a:pt x="8254365" y="2417318"/>
                  </a:lnTo>
                  <a:lnTo>
                    <a:pt x="8254365" y="2391918"/>
                  </a:lnTo>
                  <a:lnTo>
                    <a:pt x="8305165" y="2391918"/>
                  </a:lnTo>
                  <a:close/>
                  <a:moveTo>
                    <a:pt x="8203565" y="2391918"/>
                  </a:moveTo>
                  <a:lnTo>
                    <a:pt x="8152765" y="2391918"/>
                  </a:lnTo>
                  <a:lnTo>
                    <a:pt x="8152765" y="2366518"/>
                  </a:lnTo>
                  <a:lnTo>
                    <a:pt x="8203565" y="2366518"/>
                  </a:lnTo>
                  <a:close/>
                  <a:moveTo>
                    <a:pt x="8101965" y="2366518"/>
                  </a:moveTo>
                  <a:lnTo>
                    <a:pt x="8051165" y="2366518"/>
                  </a:lnTo>
                  <a:lnTo>
                    <a:pt x="8051165" y="2341118"/>
                  </a:lnTo>
                  <a:lnTo>
                    <a:pt x="8101965" y="2341118"/>
                  </a:lnTo>
                  <a:close/>
                  <a:moveTo>
                    <a:pt x="8000365" y="2341118"/>
                  </a:moveTo>
                  <a:lnTo>
                    <a:pt x="7949565" y="2341118"/>
                  </a:lnTo>
                  <a:lnTo>
                    <a:pt x="7949565" y="2315718"/>
                  </a:lnTo>
                  <a:lnTo>
                    <a:pt x="8000365" y="2315718"/>
                  </a:lnTo>
                  <a:close/>
                  <a:moveTo>
                    <a:pt x="7898765" y="2315718"/>
                  </a:moveTo>
                  <a:lnTo>
                    <a:pt x="7847965" y="2315718"/>
                  </a:lnTo>
                  <a:lnTo>
                    <a:pt x="7847965" y="2290318"/>
                  </a:lnTo>
                  <a:lnTo>
                    <a:pt x="7898765" y="2290318"/>
                  </a:lnTo>
                  <a:close/>
                  <a:moveTo>
                    <a:pt x="7797165" y="2290318"/>
                  </a:moveTo>
                  <a:lnTo>
                    <a:pt x="7746365" y="2290318"/>
                  </a:lnTo>
                  <a:lnTo>
                    <a:pt x="7746365" y="2264918"/>
                  </a:lnTo>
                  <a:lnTo>
                    <a:pt x="7797165" y="2264918"/>
                  </a:lnTo>
                  <a:close/>
                  <a:moveTo>
                    <a:pt x="7695565" y="2264918"/>
                  </a:moveTo>
                  <a:lnTo>
                    <a:pt x="7644765" y="2264918"/>
                  </a:lnTo>
                  <a:lnTo>
                    <a:pt x="7644765" y="2239518"/>
                  </a:lnTo>
                  <a:lnTo>
                    <a:pt x="7695565" y="2239518"/>
                  </a:lnTo>
                  <a:close/>
                  <a:moveTo>
                    <a:pt x="7593965" y="2239518"/>
                  </a:moveTo>
                  <a:lnTo>
                    <a:pt x="7543165" y="2239518"/>
                  </a:lnTo>
                  <a:lnTo>
                    <a:pt x="7543165" y="2214118"/>
                  </a:lnTo>
                  <a:lnTo>
                    <a:pt x="7593965" y="2214118"/>
                  </a:lnTo>
                  <a:close/>
                  <a:moveTo>
                    <a:pt x="7492365" y="2214118"/>
                  </a:moveTo>
                  <a:lnTo>
                    <a:pt x="7441565" y="2214118"/>
                  </a:lnTo>
                  <a:lnTo>
                    <a:pt x="7441565" y="2188718"/>
                  </a:lnTo>
                  <a:lnTo>
                    <a:pt x="7492365" y="2188718"/>
                  </a:lnTo>
                  <a:close/>
                  <a:moveTo>
                    <a:pt x="7390765" y="2188718"/>
                  </a:moveTo>
                  <a:lnTo>
                    <a:pt x="7339965" y="2188718"/>
                  </a:lnTo>
                  <a:lnTo>
                    <a:pt x="7339965" y="2163318"/>
                  </a:lnTo>
                  <a:lnTo>
                    <a:pt x="7390765" y="2163318"/>
                  </a:lnTo>
                  <a:close/>
                  <a:moveTo>
                    <a:pt x="7289165" y="2163318"/>
                  </a:moveTo>
                  <a:lnTo>
                    <a:pt x="7238365" y="2163318"/>
                  </a:lnTo>
                  <a:lnTo>
                    <a:pt x="7238365" y="2137918"/>
                  </a:lnTo>
                  <a:lnTo>
                    <a:pt x="7289165" y="2137918"/>
                  </a:lnTo>
                  <a:close/>
                  <a:moveTo>
                    <a:pt x="7187565" y="2137918"/>
                  </a:moveTo>
                  <a:lnTo>
                    <a:pt x="7136765" y="2137918"/>
                  </a:lnTo>
                  <a:lnTo>
                    <a:pt x="7136765" y="2112518"/>
                  </a:lnTo>
                  <a:lnTo>
                    <a:pt x="7187565" y="2112518"/>
                  </a:lnTo>
                  <a:close/>
                  <a:moveTo>
                    <a:pt x="7085965" y="2112518"/>
                  </a:moveTo>
                  <a:lnTo>
                    <a:pt x="7035165" y="2112518"/>
                  </a:lnTo>
                  <a:lnTo>
                    <a:pt x="7035165" y="2087118"/>
                  </a:lnTo>
                  <a:lnTo>
                    <a:pt x="7085965" y="2087118"/>
                  </a:lnTo>
                  <a:close/>
                  <a:moveTo>
                    <a:pt x="6984365" y="2087118"/>
                  </a:moveTo>
                  <a:lnTo>
                    <a:pt x="6933565" y="2087118"/>
                  </a:lnTo>
                  <a:lnTo>
                    <a:pt x="6933565" y="2061718"/>
                  </a:lnTo>
                  <a:lnTo>
                    <a:pt x="6984365" y="2061718"/>
                  </a:lnTo>
                  <a:close/>
                  <a:moveTo>
                    <a:pt x="6882765" y="2061718"/>
                  </a:moveTo>
                  <a:lnTo>
                    <a:pt x="6831965" y="2061718"/>
                  </a:lnTo>
                  <a:lnTo>
                    <a:pt x="6831965" y="2036318"/>
                  </a:lnTo>
                  <a:lnTo>
                    <a:pt x="6882765" y="2036318"/>
                  </a:lnTo>
                  <a:close/>
                  <a:moveTo>
                    <a:pt x="6781165" y="2036318"/>
                  </a:moveTo>
                  <a:lnTo>
                    <a:pt x="6730365" y="2036318"/>
                  </a:lnTo>
                  <a:lnTo>
                    <a:pt x="6730365" y="2010918"/>
                  </a:lnTo>
                  <a:lnTo>
                    <a:pt x="6781165" y="2010918"/>
                  </a:lnTo>
                  <a:close/>
                  <a:moveTo>
                    <a:pt x="6679565" y="2010918"/>
                  </a:moveTo>
                  <a:lnTo>
                    <a:pt x="6628765" y="2010918"/>
                  </a:lnTo>
                  <a:lnTo>
                    <a:pt x="6628765" y="1985518"/>
                  </a:lnTo>
                  <a:lnTo>
                    <a:pt x="6679565" y="1985518"/>
                  </a:lnTo>
                  <a:close/>
                  <a:moveTo>
                    <a:pt x="6577965" y="1985518"/>
                  </a:moveTo>
                  <a:lnTo>
                    <a:pt x="6527165" y="1985518"/>
                  </a:lnTo>
                  <a:lnTo>
                    <a:pt x="6527165" y="1960118"/>
                  </a:lnTo>
                  <a:lnTo>
                    <a:pt x="6577965" y="1960118"/>
                  </a:lnTo>
                  <a:close/>
                  <a:moveTo>
                    <a:pt x="6476365" y="1960118"/>
                  </a:moveTo>
                  <a:lnTo>
                    <a:pt x="6425565" y="1960118"/>
                  </a:lnTo>
                  <a:lnTo>
                    <a:pt x="6425565" y="1934718"/>
                  </a:lnTo>
                  <a:lnTo>
                    <a:pt x="6476365" y="1934718"/>
                  </a:lnTo>
                  <a:close/>
                  <a:moveTo>
                    <a:pt x="6374765" y="1934718"/>
                  </a:moveTo>
                  <a:lnTo>
                    <a:pt x="6323965" y="1934718"/>
                  </a:lnTo>
                  <a:lnTo>
                    <a:pt x="6323965" y="1909318"/>
                  </a:lnTo>
                  <a:lnTo>
                    <a:pt x="6374765" y="1909318"/>
                  </a:lnTo>
                  <a:close/>
                  <a:moveTo>
                    <a:pt x="6273165" y="1909318"/>
                  </a:moveTo>
                  <a:lnTo>
                    <a:pt x="6222365" y="1909318"/>
                  </a:lnTo>
                  <a:lnTo>
                    <a:pt x="6222365" y="1883918"/>
                  </a:lnTo>
                  <a:lnTo>
                    <a:pt x="6273165" y="1883918"/>
                  </a:lnTo>
                  <a:close/>
                  <a:moveTo>
                    <a:pt x="6171565" y="1883918"/>
                  </a:moveTo>
                  <a:lnTo>
                    <a:pt x="6120765" y="1883918"/>
                  </a:lnTo>
                  <a:lnTo>
                    <a:pt x="6120765" y="1858518"/>
                  </a:lnTo>
                  <a:lnTo>
                    <a:pt x="6171565" y="1858518"/>
                  </a:lnTo>
                  <a:close/>
                  <a:moveTo>
                    <a:pt x="6069965" y="1858518"/>
                  </a:moveTo>
                  <a:lnTo>
                    <a:pt x="6019165" y="1858518"/>
                  </a:lnTo>
                  <a:lnTo>
                    <a:pt x="6019165" y="1833118"/>
                  </a:lnTo>
                  <a:lnTo>
                    <a:pt x="6069965" y="1833118"/>
                  </a:lnTo>
                  <a:close/>
                  <a:moveTo>
                    <a:pt x="5968365" y="1833118"/>
                  </a:moveTo>
                  <a:lnTo>
                    <a:pt x="5917565" y="1833118"/>
                  </a:lnTo>
                  <a:lnTo>
                    <a:pt x="5917565" y="1807718"/>
                  </a:lnTo>
                  <a:lnTo>
                    <a:pt x="5968365" y="1807718"/>
                  </a:lnTo>
                  <a:close/>
                  <a:moveTo>
                    <a:pt x="5866765" y="1807718"/>
                  </a:moveTo>
                  <a:lnTo>
                    <a:pt x="5815965" y="1807718"/>
                  </a:lnTo>
                  <a:lnTo>
                    <a:pt x="5815965" y="1782318"/>
                  </a:lnTo>
                  <a:lnTo>
                    <a:pt x="5866765" y="1782318"/>
                  </a:lnTo>
                  <a:close/>
                  <a:moveTo>
                    <a:pt x="5765165" y="1782318"/>
                  </a:moveTo>
                  <a:lnTo>
                    <a:pt x="5714365" y="1782318"/>
                  </a:lnTo>
                  <a:lnTo>
                    <a:pt x="5714365" y="1756918"/>
                  </a:lnTo>
                  <a:lnTo>
                    <a:pt x="5765165" y="1756918"/>
                  </a:lnTo>
                  <a:close/>
                  <a:moveTo>
                    <a:pt x="5663565" y="1756918"/>
                  </a:moveTo>
                  <a:lnTo>
                    <a:pt x="5612765" y="1756918"/>
                  </a:lnTo>
                  <a:lnTo>
                    <a:pt x="5612765" y="1731518"/>
                  </a:lnTo>
                  <a:lnTo>
                    <a:pt x="5663565" y="1731518"/>
                  </a:lnTo>
                  <a:close/>
                  <a:moveTo>
                    <a:pt x="5561965" y="1731518"/>
                  </a:moveTo>
                  <a:lnTo>
                    <a:pt x="5511165" y="1731518"/>
                  </a:lnTo>
                  <a:lnTo>
                    <a:pt x="5511165" y="1706118"/>
                  </a:lnTo>
                  <a:lnTo>
                    <a:pt x="5561965" y="1706118"/>
                  </a:lnTo>
                  <a:close/>
                  <a:moveTo>
                    <a:pt x="5460365" y="1706118"/>
                  </a:moveTo>
                  <a:lnTo>
                    <a:pt x="5409565" y="1706118"/>
                  </a:lnTo>
                  <a:lnTo>
                    <a:pt x="5409565" y="1680718"/>
                  </a:lnTo>
                  <a:lnTo>
                    <a:pt x="5460365" y="1680718"/>
                  </a:lnTo>
                  <a:close/>
                  <a:moveTo>
                    <a:pt x="5358765" y="1680718"/>
                  </a:moveTo>
                  <a:lnTo>
                    <a:pt x="5307965" y="1680718"/>
                  </a:lnTo>
                  <a:lnTo>
                    <a:pt x="5307965" y="1655318"/>
                  </a:lnTo>
                  <a:lnTo>
                    <a:pt x="5358765" y="1655318"/>
                  </a:lnTo>
                  <a:close/>
                  <a:moveTo>
                    <a:pt x="5257165" y="1655318"/>
                  </a:moveTo>
                  <a:lnTo>
                    <a:pt x="5206365" y="1655318"/>
                  </a:lnTo>
                  <a:lnTo>
                    <a:pt x="5206365" y="1629918"/>
                  </a:lnTo>
                  <a:lnTo>
                    <a:pt x="5257165" y="1629918"/>
                  </a:lnTo>
                  <a:close/>
                  <a:moveTo>
                    <a:pt x="5155565" y="1629918"/>
                  </a:moveTo>
                  <a:lnTo>
                    <a:pt x="5104765" y="1629918"/>
                  </a:lnTo>
                  <a:lnTo>
                    <a:pt x="5104765" y="1604518"/>
                  </a:lnTo>
                  <a:lnTo>
                    <a:pt x="5155565" y="1604518"/>
                  </a:lnTo>
                  <a:close/>
                  <a:moveTo>
                    <a:pt x="5053965" y="1604518"/>
                  </a:moveTo>
                  <a:lnTo>
                    <a:pt x="5003165" y="1604518"/>
                  </a:lnTo>
                  <a:lnTo>
                    <a:pt x="5003165" y="1579118"/>
                  </a:lnTo>
                  <a:lnTo>
                    <a:pt x="5053965" y="1579118"/>
                  </a:lnTo>
                  <a:close/>
                  <a:moveTo>
                    <a:pt x="4952365" y="1579118"/>
                  </a:moveTo>
                  <a:lnTo>
                    <a:pt x="4901565" y="1579118"/>
                  </a:lnTo>
                  <a:lnTo>
                    <a:pt x="4901565" y="1553718"/>
                  </a:lnTo>
                  <a:lnTo>
                    <a:pt x="4952365" y="1553718"/>
                  </a:lnTo>
                  <a:close/>
                  <a:moveTo>
                    <a:pt x="4850765" y="1553718"/>
                  </a:moveTo>
                  <a:lnTo>
                    <a:pt x="4799965" y="1553718"/>
                  </a:lnTo>
                  <a:lnTo>
                    <a:pt x="4799965" y="1528318"/>
                  </a:lnTo>
                  <a:lnTo>
                    <a:pt x="4850765" y="1528318"/>
                  </a:lnTo>
                  <a:close/>
                  <a:moveTo>
                    <a:pt x="4749165" y="1528318"/>
                  </a:moveTo>
                  <a:lnTo>
                    <a:pt x="4698365" y="1528318"/>
                  </a:lnTo>
                  <a:lnTo>
                    <a:pt x="4698365" y="1502918"/>
                  </a:lnTo>
                  <a:lnTo>
                    <a:pt x="4749165" y="1502918"/>
                  </a:lnTo>
                  <a:close/>
                  <a:moveTo>
                    <a:pt x="4647565" y="1502918"/>
                  </a:moveTo>
                  <a:lnTo>
                    <a:pt x="4596765" y="1502918"/>
                  </a:lnTo>
                  <a:lnTo>
                    <a:pt x="4596765" y="1477518"/>
                  </a:lnTo>
                  <a:lnTo>
                    <a:pt x="4647565" y="1477518"/>
                  </a:lnTo>
                  <a:close/>
                  <a:moveTo>
                    <a:pt x="4545965" y="1477518"/>
                  </a:moveTo>
                  <a:lnTo>
                    <a:pt x="4495165" y="1477518"/>
                  </a:lnTo>
                  <a:lnTo>
                    <a:pt x="4495165" y="1452118"/>
                  </a:lnTo>
                  <a:lnTo>
                    <a:pt x="4545965" y="1452118"/>
                  </a:lnTo>
                  <a:close/>
                  <a:moveTo>
                    <a:pt x="4444365" y="1452118"/>
                  </a:moveTo>
                  <a:lnTo>
                    <a:pt x="4393565" y="1452118"/>
                  </a:lnTo>
                  <a:lnTo>
                    <a:pt x="4393565" y="1426718"/>
                  </a:lnTo>
                  <a:lnTo>
                    <a:pt x="4444365" y="1426718"/>
                  </a:lnTo>
                  <a:close/>
                  <a:moveTo>
                    <a:pt x="4342765" y="1426718"/>
                  </a:moveTo>
                  <a:lnTo>
                    <a:pt x="4291965" y="1426718"/>
                  </a:lnTo>
                  <a:lnTo>
                    <a:pt x="4291965" y="1401318"/>
                  </a:lnTo>
                  <a:lnTo>
                    <a:pt x="4342765" y="1401318"/>
                  </a:lnTo>
                  <a:close/>
                  <a:moveTo>
                    <a:pt x="4241165" y="1401318"/>
                  </a:moveTo>
                  <a:lnTo>
                    <a:pt x="4190365" y="1401318"/>
                  </a:lnTo>
                  <a:lnTo>
                    <a:pt x="4190365" y="1375918"/>
                  </a:lnTo>
                  <a:lnTo>
                    <a:pt x="4241165" y="1375918"/>
                  </a:lnTo>
                  <a:close/>
                  <a:moveTo>
                    <a:pt x="4139565" y="1375918"/>
                  </a:moveTo>
                  <a:lnTo>
                    <a:pt x="4088765" y="1375918"/>
                  </a:lnTo>
                  <a:lnTo>
                    <a:pt x="4088765" y="1350518"/>
                  </a:lnTo>
                  <a:lnTo>
                    <a:pt x="4139565" y="1350518"/>
                  </a:lnTo>
                  <a:close/>
                  <a:moveTo>
                    <a:pt x="4037965" y="1350518"/>
                  </a:moveTo>
                  <a:lnTo>
                    <a:pt x="3987165" y="1350518"/>
                  </a:lnTo>
                  <a:lnTo>
                    <a:pt x="3987165" y="1325118"/>
                  </a:lnTo>
                  <a:lnTo>
                    <a:pt x="4037965" y="1325118"/>
                  </a:lnTo>
                  <a:close/>
                  <a:moveTo>
                    <a:pt x="3936365" y="1325118"/>
                  </a:moveTo>
                  <a:lnTo>
                    <a:pt x="3885565" y="1325118"/>
                  </a:lnTo>
                  <a:lnTo>
                    <a:pt x="3885565" y="1299718"/>
                  </a:lnTo>
                  <a:lnTo>
                    <a:pt x="3936365" y="1299718"/>
                  </a:lnTo>
                  <a:close/>
                  <a:moveTo>
                    <a:pt x="3834765" y="1299718"/>
                  </a:moveTo>
                  <a:lnTo>
                    <a:pt x="3783965" y="1299718"/>
                  </a:lnTo>
                  <a:lnTo>
                    <a:pt x="3783965" y="1274318"/>
                  </a:lnTo>
                  <a:lnTo>
                    <a:pt x="3834765" y="1274318"/>
                  </a:lnTo>
                  <a:close/>
                  <a:moveTo>
                    <a:pt x="3733165" y="1274318"/>
                  </a:moveTo>
                  <a:lnTo>
                    <a:pt x="3682365" y="1274318"/>
                  </a:lnTo>
                  <a:lnTo>
                    <a:pt x="3682365" y="1248918"/>
                  </a:lnTo>
                  <a:lnTo>
                    <a:pt x="3733165" y="1248918"/>
                  </a:lnTo>
                  <a:close/>
                  <a:moveTo>
                    <a:pt x="3631565" y="1248918"/>
                  </a:moveTo>
                  <a:lnTo>
                    <a:pt x="3580765" y="1248918"/>
                  </a:lnTo>
                  <a:lnTo>
                    <a:pt x="3580765" y="1223518"/>
                  </a:lnTo>
                  <a:lnTo>
                    <a:pt x="3631565" y="1223518"/>
                  </a:lnTo>
                  <a:close/>
                  <a:moveTo>
                    <a:pt x="3529965" y="1223518"/>
                  </a:moveTo>
                  <a:lnTo>
                    <a:pt x="3479165" y="1223518"/>
                  </a:lnTo>
                  <a:lnTo>
                    <a:pt x="3479165" y="1198118"/>
                  </a:lnTo>
                  <a:lnTo>
                    <a:pt x="3529965" y="1198118"/>
                  </a:lnTo>
                  <a:close/>
                  <a:moveTo>
                    <a:pt x="3428365" y="1198118"/>
                  </a:moveTo>
                  <a:lnTo>
                    <a:pt x="3377565" y="1198118"/>
                  </a:lnTo>
                  <a:lnTo>
                    <a:pt x="3377565" y="1172718"/>
                  </a:lnTo>
                  <a:lnTo>
                    <a:pt x="3428365" y="1172718"/>
                  </a:lnTo>
                  <a:close/>
                  <a:moveTo>
                    <a:pt x="3326765" y="1172718"/>
                  </a:moveTo>
                  <a:lnTo>
                    <a:pt x="3275965" y="1172718"/>
                  </a:lnTo>
                  <a:lnTo>
                    <a:pt x="3275965" y="1147318"/>
                  </a:lnTo>
                  <a:lnTo>
                    <a:pt x="3326765" y="1147318"/>
                  </a:lnTo>
                  <a:close/>
                  <a:moveTo>
                    <a:pt x="3225165" y="1147318"/>
                  </a:moveTo>
                  <a:lnTo>
                    <a:pt x="3174365" y="1147318"/>
                  </a:lnTo>
                  <a:lnTo>
                    <a:pt x="3174365" y="1121918"/>
                  </a:lnTo>
                  <a:lnTo>
                    <a:pt x="3225165" y="1121918"/>
                  </a:lnTo>
                  <a:close/>
                  <a:moveTo>
                    <a:pt x="3123565" y="1121918"/>
                  </a:moveTo>
                  <a:lnTo>
                    <a:pt x="3072765" y="1121918"/>
                  </a:lnTo>
                  <a:lnTo>
                    <a:pt x="3072765" y="1096518"/>
                  </a:lnTo>
                  <a:lnTo>
                    <a:pt x="3123565" y="1096518"/>
                  </a:lnTo>
                  <a:close/>
                  <a:moveTo>
                    <a:pt x="3021965" y="1096518"/>
                  </a:moveTo>
                  <a:lnTo>
                    <a:pt x="2971165" y="1096518"/>
                  </a:lnTo>
                  <a:lnTo>
                    <a:pt x="2971165" y="1071118"/>
                  </a:lnTo>
                  <a:lnTo>
                    <a:pt x="3021965" y="1071118"/>
                  </a:lnTo>
                  <a:close/>
                  <a:moveTo>
                    <a:pt x="2920365" y="1071118"/>
                  </a:moveTo>
                  <a:lnTo>
                    <a:pt x="2869565" y="1071118"/>
                  </a:lnTo>
                  <a:lnTo>
                    <a:pt x="2869565" y="1045718"/>
                  </a:lnTo>
                  <a:lnTo>
                    <a:pt x="2920365" y="1045718"/>
                  </a:lnTo>
                  <a:close/>
                  <a:moveTo>
                    <a:pt x="2818765" y="1045718"/>
                  </a:moveTo>
                  <a:lnTo>
                    <a:pt x="2767965" y="1045718"/>
                  </a:lnTo>
                  <a:lnTo>
                    <a:pt x="2767965" y="1020318"/>
                  </a:lnTo>
                  <a:lnTo>
                    <a:pt x="2818765" y="1020318"/>
                  </a:lnTo>
                  <a:close/>
                  <a:moveTo>
                    <a:pt x="2717165" y="1020318"/>
                  </a:moveTo>
                  <a:lnTo>
                    <a:pt x="2666365" y="1020318"/>
                  </a:lnTo>
                  <a:lnTo>
                    <a:pt x="2666365" y="994918"/>
                  </a:lnTo>
                  <a:lnTo>
                    <a:pt x="2717165" y="994918"/>
                  </a:lnTo>
                  <a:close/>
                  <a:moveTo>
                    <a:pt x="2615565" y="994918"/>
                  </a:moveTo>
                  <a:lnTo>
                    <a:pt x="2564765" y="994918"/>
                  </a:lnTo>
                  <a:lnTo>
                    <a:pt x="2564765" y="969518"/>
                  </a:lnTo>
                  <a:lnTo>
                    <a:pt x="2615565" y="969518"/>
                  </a:lnTo>
                  <a:close/>
                  <a:moveTo>
                    <a:pt x="2513965" y="969518"/>
                  </a:moveTo>
                  <a:lnTo>
                    <a:pt x="2463165" y="969518"/>
                  </a:lnTo>
                  <a:lnTo>
                    <a:pt x="2463165" y="944118"/>
                  </a:lnTo>
                  <a:lnTo>
                    <a:pt x="2513965" y="944118"/>
                  </a:lnTo>
                  <a:close/>
                  <a:moveTo>
                    <a:pt x="2412365" y="944118"/>
                  </a:moveTo>
                  <a:lnTo>
                    <a:pt x="2361565" y="944118"/>
                  </a:lnTo>
                  <a:lnTo>
                    <a:pt x="2361565" y="918718"/>
                  </a:lnTo>
                  <a:lnTo>
                    <a:pt x="2412365" y="918718"/>
                  </a:lnTo>
                  <a:close/>
                  <a:moveTo>
                    <a:pt x="2310765" y="918718"/>
                  </a:moveTo>
                  <a:lnTo>
                    <a:pt x="2259965" y="918718"/>
                  </a:lnTo>
                  <a:lnTo>
                    <a:pt x="2259965" y="893318"/>
                  </a:lnTo>
                  <a:lnTo>
                    <a:pt x="2310765" y="893318"/>
                  </a:lnTo>
                  <a:close/>
                  <a:moveTo>
                    <a:pt x="2209165" y="893318"/>
                  </a:moveTo>
                  <a:lnTo>
                    <a:pt x="2158365" y="893318"/>
                  </a:lnTo>
                  <a:lnTo>
                    <a:pt x="2158365" y="867918"/>
                  </a:lnTo>
                  <a:lnTo>
                    <a:pt x="2209165" y="867918"/>
                  </a:lnTo>
                  <a:close/>
                  <a:moveTo>
                    <a:pt x="2107565" y="867918"/>
                  </a:moveTo>
                  <a:lnTo>
                    <a:pt x="2056765" y="867918"/>
                  </a:lnTo>
                  <a:lnTo>
                    <a:pt x="2056765" y="842518"/>
                  </a:lnTo>
                  <a:lnTo>
                    <a:pt x="2107565" y="842518"/>
                  </a:lnTo>
                  <a:close/>
                  <a:moveTo>
                    <a:pt x="2005965" y="842518"/>
                  </a:moveTo>
                  <a:lnTo>
                    <a:pt x="1955165" y="842518"/>
                  </a:lnTo>
                  <a:lnTo>
                    <a:pt x="1955165" y="817118"/>
                  </a:lnTo>
                  <a:lnTo>
                    <a:pt x="2005965" y="817118"/>
                  </a:lnTo>
                  <a:close/>
                  <a:moveTo>
                    <a:pt x="1904365" y="817118"/>
                  </a:moveTo>
                  <a:lnTo>
                    <a:pt x="1853565" y="817118"/>
                  </a:lnTo>
                  <a:lnTo>
                    <a:pt x="1853565" y="791718"/>
                  </a:lnTo>
                  <a:lnTo>
                    <a:pt x="1904365" y="791718"/>
                  </a:lnTo>
                  <a:close/>
                  <a:moveTo>
                    <a:pt x="1802765" y="791718"/>
                  </a:moveTo>
                  <a:lnTo>
                    <a:pt x="1751965" y="791718"/>
                  </a:lnTo>
                  <a:lnTo>
                    <a:pt x="1751965" y="766318"/>
                  </a:lnTo>
                  <a:lnTo>
                    <a:pt x="1802765" y="766318"/>
                  </a:lnTo>
                  <a:close/>
                  <a:moveTo>
                    <a:pt x="1701165" y="766318"/>
                  </a:moveTo>
                  <a:lnTo>
                    <a:pt x="1650365" y="766318"/>
                  </a:lnTo>
                  <a:lnTo>
                    <a:pt x="1650365" y="740918"/>
                  </a:lnTo>
                  <a:lnTo>
                    <a:pt x="1701165" y="740918"/>
                  </a:lnTo>
                  <a:close/>
                  <a:moveTo>
                    <a:pt x="1599565" y="740918"/>
                  </a:moveTo>
                  <a:lnTo>
                    <a:pt x="1548765" y="740918"/>
                  </a:lnTo>
                  <a:lnTo>
                    <a:pt x="1548765" y="715518"/>
                  </a:lnTo>
                  <a:lnTo>
                    <a:pt x="1599565" y="715518"/>
                  </a:lnTo>
                  <a:close/>
                  <a:moveTo>
                    <a:pt x="1497965" y="715518"/>
                  </a:moveTo>
                  <a:lnTo>
                    <a:pt x="1447165" y="715518"/>
                  </a:lnTo>
                  <a:lnTo>
                    <a:pt x="1447165" y="690118"/>
                  </a:lnTo>
                  <a:lnTo>
                    <a:pt x="1497965" y="690118"/>
                  </a:lnTo>
                  <a:close/>
                  <a:moveTo>
                    <a:pt x="1396365" y="690118"/>
                  </a:moveTo>
                  <a:lnTo>
                    <a:pt x="1345565" y="690118"/>
                  </a:lnTo>
                  <a:lnTo>
                    <a:pt x="1345565" y="664718"/>
                  </a:lnTo>
                  <a:lnTo>
                    <a:pt x="1396365" y="664718"/>
                  </a:lnTo>
                  <a:close/>
                  <a:moveTo>
                    <a:pt x="1294765" y="664718"/>
                  </a:moveTo>
                  <a:lnTo>
                    <a:pt x="1243965" y="664718"/>
                  </a:lnTo>
                  <a:lnTo>
                    <a:pt x="1243965" y="639318"/>
                  </a:lnTo>
                  <a:lnTo>
                    <a:pt x="1294765" y="639318"/>
                  </a:lnTo>
                  <a:close/>
                  <a:moveTo>
                    <a:pt x="1193165" y="639318"/>
                  </a:moveTo>
                  <a:lnTo>
                    <a:pt x="1142365" y="639318"/>
                  </a:lnTo>
                  <a:lnTo>
                    <a:pt x="1142365" y="613918"/>
                  </a:lnTo>
                  <a:lnTo>
                    <a:pt x="1193165" y="613918"/>
                  </a:lnTo>
                  <a:close/>
                  <a:moveTo>
                    <a:pt x="1091565" y="613918"/>
                  </a:moveTo>
                  <a:lnTo>
                    <a:pt x="1040765" y="613918"/>
                  </a:lnTo>
                  <a:lnTo>
                    <a:pt x="1040765" y="588518"/>
                  </a:lnTo>
                  <a:lnTo>
                    <a:pt x="1091565" y="588518"/>
                  </a:lnTo>
                  <a:close/>
                  <a:moveTo>
                    <a:pt x="989965" y="588518"/>
                  </a:moveTo>
                  <a:lnTo>
                    <a:pt x="939165" y="588518"/>
                  </a:lnTo>
                  <a:lnTo>
                    <a:pt x="939165" y="563118"/>
                  </a:lnTo>
                  <a:lnTo>
                    <a:pt x="989965" y="563118"/>
                  </a:lnTo>
                  <a:close/>
                  <a:moveTo>
                    <a:pt x="888365" y="563118"/>
                  </a:moveTo>
                  <a:lnTo>
                    <a:pt x="837565" y="563118"/>
                  </a:lnTo>
                  <a:lnTo>
                    <a:pt x="837565" y="537718"/>
                  </a:lnTo>
                  <a:lnTo>
                    <a:pt x="888365" y="537718"/>
                  </a:lnTo>
                  <a:close/>
                  <a:moveTo>
                    <a:pt x="786765" y="537718"/>
                  </a:moveTo>
                  <a:lnTo>
                    <a:pt x="735965" y="537718"/>
                  </a:lnTo>
                  <a:lnTo>
                    <a:pt x="735965" y="512318"/>
                  </a:lnTo>
                  <a:lnTo>
                    <a:pt x="786765" y="512318"/>
                  </a:lnTo>
                  <a:close/>
                  <a:moveTo>
                    <a:pt x="685165" y="512318"/>
                  </a:moveTo>
                  <a:lnTo>
                    <a:pt x="634365" y="512318"/>
                  </a:lnTo>
                  <a:lnTo>
                    <a:pt x="634365" y="486918"/>
                  </a:lnTo>
                  <a:lnTo>
                    <a:pt x="685165" y="486918"/>
                  </a:lnTo>
                  <a:close/>
                  <a:moveTo>
                    <a:pt x="583565" y="486918"/>
                  </a:moveTo>
                  <a:lnTo>
                    <a:pt x="532765" y="486918"/>
                  </a:lnTo>
                  <a:lnTo>
                    <a:pt x="532765" y="461518"/>
                  </a:lnTo>
                  <a:lnTo>
                    <a:pt x="583565" y="461518"/>
                  </a:lnTo>
                  <a:close/>
                  <a:moveTo>
                    <a:pt x="481965" y="461518"/>
                  </a:moveTo>
                  <a:lnTo>
                    <a:pt x="431165" y="461518"/>
                  </a:lnTo>
                  <a:lnTo>
                    <a:pt x="431165" y="436118"/>
                  </a:lnTo>
                  <a:lnTo>
                    <a:pt x="481965" y="436118"/>
                  </a:lnTo>
                  <a:close/>
                  <a:moveTo>
                    <a:pt x="379857" y="435864"/>
                  </a:moveTo>
                  <a:cubicBezTo>
                    <a:pt x="362331" y="435356"/>
                    <a:pt x="344932" y="433832"/>
                    <a:pt x="327914" y="431546"/>
                  </a:cubicBezTo>
                  <a:lnTo>
                    <a:pt x="331470" y="406400"/>
                  </a:lnTo>
                  <a:cubicBezTo>
                    <a:pt x="347599" y="408686"/>
                    <a:pt x="363982" y="410083"/>
                    <a:pt x="380619" y="410591"/>
                  </a:cubicBezTo>
                  <a:close/>
                  <a:moveTo>
                    <a:pt x="277495" y="396240"/>
                  </a:moveTo>
                  <a:cubicBezTo>
                    <a:pt x="260477" y="391922"/>
                    <a:pt x="243967" y="386715"/>
                    <a:pt x="227711" y="380619"/>
                  </a:cubicBezTo>
                  <a:lnTo>
                    <a:pt x="236601" y="356870"/>
                  </a:lnTo>
                  <a:cubicBezTo>
                    <a:pt x="251968" y="362585"/>
                    <a:pt x="267589" y="367538"/>
                    <a:pt x="283718" y="371602"/>
                  </a:cubicBezTo>
                  <a:close/>
                  <a:moveTo>
                    <a:pt x="186182" y="335026"/>
                  </a:moveTo>
                  <a:cubicBezTo>
                    <a:pt x="170561" y="327152"/>
                    <a:pt x="155575" y="318389"/>
                    <a:pt x="140970" y="308991"/>
                  </a:cubicBezTo>
                  <a:lnTo>
                    <a:pt x="154813" y="287782"/>
                  </a:lnTo>
                  <a:cubicBezTo>
                    <a:pt x="168529" y="296799"/>
                    <a:pt x="182753" y="305054"/>
                    <a:pt x="197612" y="312420"/>
                  </a:cubicBezTo>
                  <a:close/>
                  <a:moveTo>
                    <a:pt x="110490" y="255397"/>
                  </a:moveTo>
                  <a:cubicBezTo>
                    <a:pt x="97028" y="244348"/>
                    <a:pt x="84201" y="232537"/>
                    <a:pt x="72136" y="220091"/>
                  </a:cubicBezTo>
                  <a:lnTo>
                    <a:pt x="90297" y="202311"/>
                  </a:lnTo>
                  <a:cubicBezTo>
                    <a:pt x="101727" y="214122"/>
                    <a:pt x="113919" y="225298"/>
                    <a:pt x="126619" y="235712"/>
                  </a:cubicBezTo>
                  <a:close/>
                  <a:moveTo>
                    <a:pt x="53975" y="161036"/>
                  </a:moveTo>
                  <a:cubicBezTo>
                    <a:pt x="43307" y="147320"/>
                    <a:pt x="33401" y="132969"/>
                    <a:pt x="24257" y="118110"/>
                  </a:cubicBezTo>
                  <a:lnTo>
                    <a:pt x="45847" y="104775"/>
                  </a:lnTo>
                  <a:cubicBezTo>
                    <a:pt x="54483" y="118872"/>
                    <a:pt x="63881" y="132334"/>
                    <a:pt x="74041" y="145288"/>
                  </a:cubicBezTo>
                  <a:close/>
                  <a:moveTo>
                    <a:pt x="19558" y="56515"/>
                  </a:moveTo>
                  <a:cubicBezTo>
                    <a:pt x="12192" y="40894"/>
                    <a:pt x="5715" y="24638"/>
                    <a:pt x="0" y="8128"/>
                  </a:cubicBezTo>
                  <a:lnTo>
                    <a:pt x="24003" y="0"/>
                  </a:lnTo>
                  <a:cubicBezTo>
                    <a:pt x="29337" y="15621"/>
                    <a:pt x="35433" y="30988"/>
                    <a:pt x="42418" y="45720"/>
                  </a:cubicBezTo>
                  <a:close/>
                  <a:moveTo>
                    <a:pt x="617093" y="5528056"/>
                  </a:moveTo>
                  <a:cubicBezTo>
                    <a:pt x="613410" y="5511165"/>
                    <a:pt x="610616" y="5494020"/>
                    <a:pt x="608838" y="5476494"/>
                  </a:cubicBezTo>
                  <a:lnTo>
                    <a:pt x="634111" y="5473954"/>
                  </a:lnTo>
                  <a:cubicBezTo>
                    <a:pt x="635762" y="5490464"/>
                    <a:pt x="638429" y="5506720"/>
                    <a:pt x="641858" y="5522722"/>
                  </a:cubicBezTo>
                  <a:close/>
                  <a:moveTo>
                    <a:pt x="606425" y="5424424"/>
                  </a:moveTo>
                  <a:lnTo>
                    <a:pt x="606425" y="5373624"/>
                  </a:lnTo>
                  <a:lnTo>
                    <a:pt x="631825" y="5373624"/>
                  </a:lnTo>
                  <a:lnTo>
                    <a:pt x="631825" y="5424424"/>
                  </a:lnTo>
                  <a:close/>
                  <a:moveTo>
                    <a:pt x="631825" y="5322824"/>
                  </a:moveTo>
                  <a:lnTo>
                    <a:pt x="631825" y="5272024"/>
                  </a:lnTo>
                  <a:lnTo>
                    <a:pt x="631825" y="5322824"/>
                  </a:lnTo>
                  <a:close/>
                  <a:moveTo>
                    <a:pt x="631825" y="5221224"/>
                  </a:moveTo>
                  <a:lnTo>
                    <a:pt x="631825" y="5170424"/>
                  </a:lnTo>
                  <a:lnTo>
                    <a:pt x="631825" y="5221224"/>
                  </a:lnTo>
                  <a:close/>
                  <a:moveTo>
                    <a:pt x="631825" y="5119624"/>
                  </a:moveTo>
                  <a:lnTo>
                    <a:pt x="631825" y="5068824"/>
                  </a:lnTo>
                  <a:lnTo>
                    <a:pt x="631825" y="5119624"/>
                  </a:lnTo>
                  <a:close/>
                  <a:moveTo>
                    <a:pt x="631825" y="5018024"/>
                  </a:moveTo>
                  <a:lnTo>
                    <a:pt x="631825" y="4967224"/>
                  </a:lnTo>
                  <a:lnTo>
                    <a:pt x="631825" y="5018024"/>
                  </a:lnTo>
                  <a:close/>
                  <a:moveTo>
                    <a:pt x="631825" y="4916424"/>
                  </a:moveTo>
                  <a:lnTo>
                    <a:pt x="631825" y="4865624"/>
                  </a:lnTo>
                  <a:lnTo>
                    <a:pt x="631825" y="4916424"/>
                  </a:lnTo>
                  <a:close/>
                  <a:moveTo>
                    <a:pt x="631825" y="4814824"/>
                  </a:moveTo>
                  <a:lnTo>
                    <a:pt x="631825" y="4764024"/>
                  </a:lnTo>
                  <a:lnTo>
                    <a:pt x="631825" y="4814824"/>
                  </a:lnTo>
                  <a:close/>
                  <a:moveTo>
                    <a:pt x="631825" y="4713224"/>
                  </a:moveTo>
                  <a:lnTo>
                    <a:pt x="631825" y="4662424"/>
                  </a:lnTo>
                  <a:lnTo>
                    <a:pt x="631825" y="4713224"/>
                  </a:lnTo>
                  <a:close/>
                  <a:moveTo>
                    <a:pt x="631825" y="4611624"/>
                  </a:moveTo>
                  <a:lnTo>
                    <a:pt x="631825" y="4560824"/>
                  </a:lnTo>
                  <a:lnTo>
                    <a:pt x="631825" y="4611624"/>
                  </a:lnTo>
                  <a:close/>
                  <a:moveTo>
                    <a:pt x="631825" y="4510024"/>
                  </a:moveTo>
                  <a:lnTo>
                    <a:pt x="631825" y="4459224"/>
                  </a:lnTo>
                  <a:lnTo>
                    <a:pt x="631825" y="4510024"/>
                  </a:lnTo>
                  <a:close/>
                  <a:moveTo>
                    <a:pt x="631825" y="4408424"/>
                  </a:moveTo>
                  <a:lnTo>
                    <a:pt x="631825" y="4357624"/>
                  </a:lnTo>
                  <a:lnTo>
                    <a:pt x="631825" y="4408424"/>
                  </a:lnTo>
                  <a:close/>
                  <a:moveTo>
                    <a:pt x="631825" y="4306824"/>
                  </a:moveTo>
                  <a:lnTo>
                    <a:pt x="631825" y="4256024"/>
                  </a:lnTo>
                  <a:lnTo>
                    <a:pt x="631825" y="4306824"/>
                  </a:lnTo>
                  <a:close/>
                  <a:moveTo>
                    <a:pt x="631825" y="4205224"/>
                  </a:moveTo>
                  <a:lnTo>
                    <a:pt x="631825" y="4154424"/>
                  </a:lnTo>
                  <a:lnTo>
                    <a:pt x="631825" y="4205224"/>
                  </a:lnTo>
                  <a:close/>
                  <a:moveTo>
                    <a:pt x="631825" y="4103624"/>
                  </a:moveTo>
                  <a:lnTo>
                    <a:pt x="631825" y="4052824"/>
                  </a:lnTo>
                  <a:lnTo>
                    <a:pt x="631825" y="4103624"/>
                  </a:lnTo>
                  <a:close/>
                  <a:moveTo>
                    <a:pt x="631825" y="4002024"/>
                  </a:moveTo>
                  <a:lnTo>
                    <a:pt x="631825" y="3951224"/>
                  </a:lnTo>
                  <a:lnTo>
                    <a:pt x="631825" y="4002024"/>
                  </a:lnTo>
                  <a:close/>
                  <a:moveTo>
                    <a:pt x="631825" y="3900424"/>
                  </a:moveTo>
                  <a:lnTo>
                    <a:pt x="631825" y="3849624"/>
                  </a:lnTo>
                  <a:lnTo>
                    <a:pt x="631825" y="3900424"/>
                  </a:lnTo>
                  <a:close/>
                  <a:moveTo>
                    <a:pt x="631825" y="3798824"/>
                  </a:moveTo>
                  <a:lnTo>
                    <a:pt x="631825" y="3748024"/>
                  </a:lnTo>
                  <a:lnTo>
                    <a:pt x="631825" y="3798824"/>
                  </a:lnTo>
                  <a:close/>
                  <a:moveTo>
                    <a:pt x="631825" y="3697224"/>
                  </a:moveTo>
                  <a:lnTo>
                    <a:pt x="631825" y="3646424"/>
                  </a:lnTo>
                  <a:lnTo>
                    <a:pt x="631825" y="3697224"/>
                  </a:lnTo>
                  <a:close/>
                  <a:moveTo>
                    <a:pt x="606425" y="3599561"/>
                  </a:moveTo>
                  <a:cubicBezTo>
                    <a:pt x="606425" y="3581908"/>
                    <a:pt x="607441" y="3564509"/>
                    <a:pt x="609346" y="3547491"/>
                  </a:cubicBezTo>
                  <a:lnTo>
                    <a:pt x="634619" y="3550285"/>
                  </a:lnTo>
                  <a:cubicBezTo>
                    <a:pt x="632714" y="3566414"/>
                    <a:pt x="631825" y="3582924"/>
                    <a:pt x="631825" y="3599561"/>
                  </a:cubicBezTo>
                  <a:close/>
                </a:path>
              </a:pathLst>
            </a:custGeom>
            <a:solidFill>
              <a:srgbClr val="479590"/>
            </a:solidFill>
          </p:spPr>
        </p:sp>
      </p:grpSp>
      <p:grpSp>
        <p:nvGrpSpPr>
          <p:cNvPr name="Group 5" id="5"/>
          <p:cNvGrpSpPr/>
          <p:nvPr/>
        </p:nvGrpSpPr>
        <p:grpSpPr>
          <a:xfrm rot="-5400000">
            <a:off x="-213601" y="2906322"/>
            <a:ext cx="2057399" cy="620814"/>
            <a:chOff x="0" y="0"/>
            <a:chExt cx="2743198" cy="827752"/>
          </a:xfrm>
        </p:grpSpPr>
        <p:sp>
          <p:nvSpPr>
            <p:cNvPr name="Freeform 6" id="6"/>
            <p:cNvSpPr/>
            <p:nvPr/>
          </p:nvSpPr>
          <p:spPr>
            <a:xfrm flipH="false" flipV="false" rot="0">
              <a:off x="0" y="0"/>
              <a:ext cx="2743200" cy="827786"/>
            </a:xfrm>
            <a:custGeom>
              <a:avLst/>
              <a:gdLst/>
              <a:ahLst/>
              <a:cxnLst/>
              <a:rect r="r" b="b" t="t" l="l"/>
              <a:pathLst>
                <a:path h="827786" w="2743200">
                  <a:moveTo>
                    <a:pt x="413893" y="0"/>
                  </a:moveTo>
                  <a:lnTo>
                    <a:pt x="2329307" y="0"/>
                  </a:lnTo>
                  <a:cubicBezTo>
                    <a:pt x="2557907" y="0"/>
                    <a:pt x="2743200" y="185293"/>
                    <a:pt x="2743200" y="413893"/>
                  </a:cubicBezTo>
                  <a:lnTo>
                    <a:pt x="2743200" y="827786"/>
                  </a:lnTo>
                  <a:lnTo>
                    <a:pt x="0" y="827786"/>
                  </a:lnTo>
                  <a:lnTo>
                    <a:pt x="0" y="413893"/>
                  </a:lnTo>
                  <a:cubicBezTo>
                    <a:pt x="0" y="185293"/>
                    <a:pt x="185293" y="0"/>
                    <a:pt x="413893" y="0"/>
                  </a:cubicBezTo>
                  <a:close/>
                </a:path>
              </a:pathLst>
            </a:custGeom>
            <a:solidFill>
              <a:srgbClr val="0070C0"/>
            </a:solidFill>
          </p:spPr>
        </p:sp>
        <p:sp>
          <p:nvSpPr>
            <p:cNvPr name="TextBox 7" id="7"/>
            <p:cNvSpPr txBox="true"/>
            <p:nvPr/>
          </p:nvSpPr>
          <p:spPr>
            <a:xfrm>
              <a:off x="0" y="-19050"/>
              <a:ext cx="2743198" cy="846802"/>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General</a:t>
              </a:r>
            </a:p>
          </p:txBody>
        </p:sp>
      </p:grpSp>
      <p:sp>
        <p:nvSpPr>
          <p:cNvPr name="TextBox 8" id="8"/>
          <p:cNvSpPr txBox="true"/>
          <p:nvPr/>
        </p:nvSpPr>
        <p:spPr>
          <a:xfrm rot="0">
            <a:off x="7874850" y="604974"/>
            <a:ext cx="2099764"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Objetivos</a:t>
            </a:r>
          </a:p>
        </p:txBody>
      </p:sp>
      <p:sp>
        <p:nvSpPr>
          <p:cNvPr name="TextBox 9" id="9"/>
          <p:cNvSpPr txBox="true"/>
          <p:nvPr/>
        </p:nvSpPr>
        <p:spPr>
          <a:xfrm rot="0">
            <a:off x="1684642" y="2541337"/>
            <a:ext cx="15385246" cy="1164581"/>
          </a:xfrm>
          <a:prstGeom prst="rect">
            <a:avLst/>
          </a:prstGeom>
        </p:spPr>
        <p:txBody>
          <a:bodyPr anchor="t" rtlCol="false" tIns="0" lIns="0" bIns="0" rIns="0">
            <a:spAutoFit/>
          </a:bodyPr>
          <a:lstStyle/>
          <a:p>
            <a:pPr algn="just">
              <a:lnSpc>
                <a:spcPts val="2879"/>
              </a:lnSpc>
            </a:pPr>
            <a:r>
              <a:rPr lang="en-US" b="true" sz="2400" spc="22">
                <a:solidFill>
                  <a:srgbClr val="000000"/>
                </a:solidFill>
                <a:latin typeface="TT Rounds Condensed Bold"/>
                <a:ea typeface="TT Rounds Condensed Bold"/>
                <a:cs typeface="TT Rounds Condensed Bold"/>
                <a:sym typeface="TT Rounds Condensed Bold"/>
              </a:rPr>
              <a:t>Desarrollar un sitio WEB interactivo</a:t>
            </a:r>
            <a:r>
              <a:rPr lang="en-US" sz="2400" spc="22">
                <a:solidFill>
                  <a:srgbClr val="000000"/>
                </a:solidFill>
                <a:latin typeface="TT Rounds Condensed"/>
                <a:ea typeface="TT Rounds Condensed"/>
                <a:cs typeface="TT Rounds Condensed"/>
                <a:sym typeface="TT Rounds Condensed"/>
              </a:rPr>
              <a:t>, que permita explorar y aprender sobre la Flora en el departamento de Bolívar, utilizando los principios, técnicas, metodologías y herramientas del paradigma de la programación estructurada y desarrollo WEB</a:t>
            </a:r>
          </a:p>
        </p:txBody>
      </p:sp>
      <p:grpSp>
        <p:nvGrpSpPr>
          <p:cNvPr name="Group 10" id="10"/>
          <p:cNvGrpSpPr/>
          <p:nvPr/>
        </p:nvGrpSpPr>
        <p:grpSpPr>
          <a:xfrm rot="0">
            <a:off x="594633" y="4373400"/>
            <a:ext cx="17229363" cy="5112635"/>
            <a:chOff x="0" y="0"/>
            <a:chExt cx="22972484" cy="6816846"/>
          </a:xfrm>
        </p:grpSpPr>
        <p:sp>
          <p:nvSpPr>
            <p:cNvPr name="Freeform 11" id="11"/>
            <p:cNvSpPr/>
            <p:nvPr/>
          </p:nvSpPr>
          <p:spPr>
            <a:xfrm flipH="false" flipV="false" rot="0">
              <a:off x="-533527" y="0"/>
              <a:ext cx="23280497" cy="6888988"/>
            </a:xfrm>
            <a:custGeom>
              <a:avLst/>
              <a:gdLst/>
              <a:ahLst/>
              <a:cxnLst/>
              <a:rect r="r" b="b" t="t" l="l"/>
              <a:pathLst>
                <a:path h="6888988" w="23280497">
                  <a:moveTo>
                    <a:pt x="538099" y="1041908"/>
                  </a:moveTo>
                  <a:cubicBezTo>
                    <a:pt x="539623" y="1024763"/>
                    <a:pt x="541528" y="1007745"/>
                    <a:pt x="543814" y="990727"/>
                  </a:cubicBezTo>
                  <a:lnTo>
                    <a:pt x="568960" y="994156"/>
                  </a:lnTo>
                  <a:cubicBezTo>
                    <a:pt x="566674" y="1010666"/>
                    <a:pt x="564896" y="1027430"/>
                    <a:pt x="563372" y="1044194"/>
                  </a:cubicBezTo>
                  <a:close/>
                  <a:moveTo>
                    <a:pt x="577088" y="942340"/>
                  </a:moveTo>
                  <a:cubicBezTo>
                    <a:pt x="580136" y="925449"/>
                    <a:pt x="583565" y="908685"/>
                    <a:pt x="587375" y="892048"/>
                  </a:cubicBezTo>
                  <a:lnTo>
                    <a:pt x="612140" y="897636"/>
                  </a:lnTo>
                  <a:cubicBezTo>
                    <a:pt x="608457" y="913892"/>
                    <a:pt x="605028" y="930275"/>
                    <a:pt x="602107" y="946785"/>
                  </a:cubicBezTo>
                  <a:close/>
                  <a:moveTo>
                    <a:pt x="624967" y="846709"/>
                  </a:moveTo>
                  <a:cubicBezTo>
                    <a:pt x="629539" y="830199"/>
                    <a:pt x="634492" y="813816"/>
                    <a:pt x="639699" y="797560"/>
                  </a:cubicBezTo>
                  <a:lnTo>
                    <a:pt x="663829" y="805434"/>
                  </a:lnTo>
                  <a:cubicBezTo>
                    <a:pt x="658622" y="821309"/>
                    <a:pt x="653796" y="837311"/>
                    <a:pt x="649351" y="853440"/>
                  </a:cubicBezTo>
                  <a:close/>
                  <a:moveTo>
                    <a:pt x="681101" y="755777"/>
                  </a:moveTo>
                  <a:cubicBezTo>
                    <a:pt x="687197" y="739775"/>
                    <a:pt x="693547" y="723900"/>
                    <a:pt x="700278" y="708279"/>
                  </a:cubicBezTo>
                  <a:lnTo>
                    <a:pt x="723646" y="718312"/>
                  </a:lnTo>
                  <a:cubicBezTo>
                    <a:pt x="717042" y="733679"/>
                    <a:pt x="710819" y="749173"/>
                    <a:pt x="704977" y="764794"/>
                  </a:cubicBezTo>
                  <a:close/>
                  <a:moveTo>
                    <a:pt x="745490" y="670433"/>
                  </a:moveTo>
                  <a:cubicBezTo>
                    <a:pt x="752983" y="655066"/>
                    <a:pt x="760730" y="639826"/>
                    <a:pt x="768858" y="624840"/>
                  </a:cubicBezTo>
                  <a:lnTo>
                    <a:pt x="791210" y="636905"/>
                  </a:lnTo>
                  <a:cubicBezTo>
                    <a:pt x="783336" y="651637"/>
                    <a:pt x="775716" y="666496"/>
                    <a:pt x="768350" y="681482"/>
                  </a:cubicBezTo>
                  <a:close/>
                  <a:moveTo>
                    <a:pt x="817118" y="591185"/>
                  </a:moveTo>
                  <a:cubicBezTo>
                    <a:pt x="825881" y="576453"/>
                    <a:pt x="835025" y="561975"/>
                    <a:pt x="844550" y="547751"/>
                  </a:cubicBezTo>
                  <a:lnTo>
                    <a:pt x="865759" y="561721"/>
                  </a:lnTo>
                  <a:cubicBezTo>
                    <a:pt x="856488" y="575691"/>
                    <a:pt x="847598" y="589788"/>
                    <a:pt x="838962" y="604139"/>
                  </a:cubicBezTo>
                  <a:close/>
                  <a:moveTo>
                    <a:pt x="895731" y="518541"/>
                  </a:moveTo>
                  <a:cubicBezTo>
                    <a:pt x="905764" y="504698"/>
                    <a:pt x="916178" y="491109"/>
                    <a:pt x="926846" y="477774"/>
                  </a:cubicBezTo>
                  <a:lnTo>
                    <a:pt x="946658" y="493649"/>
                  </a:lnTo>
                  <a:cubicBezTo>
                    <a:pt x="936244" y="506730"/>
                    <a:pt x="926084" y="520065"/>
                    <a:pt x="916178" y="533527"/>
                  </a:cubicBezTo>
                  <a:close/>
                  <a:moveTo>
                    <a:pt x="980313" y="453390"/>
                  </a:moveTo>
                  <a:cubicBezTo>
                    <a:pt x="991616" y="440563"/>
                    <a:pt x="1003173" y="427863"/>
                    <a:pt x="1014984" y="415544"/>
                  </a:cubicBezTo>
                  <a:lnTo>
                    <a:pt x="1033272" y="433070"/>
                  </a:lnTo>
                  <a:cubicBezTo>
                    <a:pt x="1021715" y="445135"/>
                    <a:pt x="1010412" y="457454"/>
                    <a:pt x="999363" y="470154"/>
                  </a:cubicBezTo>
                  <a:close/>
                  <a:moveTo>
                    <a:pt x="1070356" y="395986"/>
                  </a:moveTo>
                  <a:cubicBezTo>
                    <a:pt x="1082675" y="384175"/>
                    <a:pt x="1095375" y="372618"/>
                    <a:pt x="1108329" y="361315"/>
                  </a:cubicBezTo>
                  <a:lnTo>
                    <a:pt x="1125093" y="380492"/>
                  </a:lnTo>
                  <a:cubicBezTo>
                    <a:pt x="1112520" y="391541"/>
                    <a:pt x="1100074" y="402844"/>
                    <a:pt x="1088009" y="414401"/>
                  </a:cubicBezTo>
                  <a:close/>
                  <a:moveTo>
                    <a:pt x="1165352" y="346837"/>
                  </a:moveTo>
                  <a:cubicBezTo>
                    <a:pt x="1178687" y="336169"/>
                    <a:pt x="1192403" y="325755"/>
                    <a:pt x="1206246" y="315722"/>
                  </a:cubicBezTo>
                  <a:lnTo>
                    <a:pt x="1221232" y="336296"/>
                  </a:lnTo>
                  <a:cubicBezTo>
                    <a:pt x="1207643" y="346202"/>
                    <a:pt x="1194308" y="356235"/>
                    <a:pt x="1181227" y="366776"/>
                  </a:cubicBezTo>
                  <a:close/>
                  <a:moveTo>
                    <a:pt x="1264285" y="306324"/>
                  </a:moveTo>
                  <a:cubicBezTo>
                    <a:pt x="1278509" y="296926"/>
                    <a:pt x="1292987" y="287782"/>
                    <a:pt x="1307719" y="279019"/>
                  </a:cubicBezTo>
                  <a:lnTo>
                    <a:pt x="1320800" y="300863"/>
                  </a:lnTo>
                  <a:cubicBezTo>
                    <a:pt x="1306449" y="309499"/>
                    <a:pt x="1292225" y="318389"/>
                    <a:pt x="1278382" y="327533"/>
                  </a:cubicBezTo>
                  <a:close/>
                  <a:moveTo>
                    <a:pt x="1366520" y="274828"/>
                  </a:moveTo>
                  <a:cubicBezTo>
                    <a:pt x="1381506" y="266700"/>
                    <a:pt x="1396746" y="258953"/>
                    <a:pt x="1412240" y="251460"/>
                  </a:cubicBezTo>
                  <a:lnTo>
                    <a:pt x="1423289" y="274320"/>
                  </a:lnTo>
                  <a:cubicBezTo>
                    <a:pt x="1408176" y="281559"/>
                    <a:pt x="1393317" y="289179"/>
                    <a:pt x="1378585" y="297180"/>
                  </a:cubicBezTo>
                  <a:close/>
                  <a:moveTo>
                    <a:pt x="1471041" y="252603"/>
                  </a:moveTo>
                  <a:cubicBezTo>
                    <a:pt x="1486662" y="245872"/>
                    <a:pt x="1502537" y="239522"/>
                    <a:pt x="1518539" y="233426"/>
                  </a:cubicBezTo>
                  <a:lnTo>
                    <a:pt x="1527429" y="257175"/>
                  </a:lnTo>
                  <a:cubicBezTo>
                    <a:pt x="1511808" y="263017"/>
                    <a:pt x="1496314" y="269367"/>
                    <a:pt x="1480947" y="275844"/>
                  </a:cubicBezTo>
                  <a:close/>
                  <a:moveTo>
                    <a:pt x="1324737" y="56261"/>
                  </a:moveTo>
                  <a:cubicBezTo>
                    <a:pt x="1340993" y="50927"/>
                    <a:pt x="1357376" y="46101"/>
                    <a:pt x="1373886" y="41529"/>
                  </a:cubicBezTo>
                  <a:lnTo>
                    <a:pt x="1380617" y="66040"/>
                  </a:lnTo>
                  <a:cubicBezTo>
                    <a:pt x="1364488" y="70485"/>
                    <a:pt x="1348486" y="75311"/>
                    <a:pt x="1332611" y="80518"/>
                  </a:cubicBezTo>
                  <a:close/>
                  <a:moveTo>
                    <a:pt x="1431544" y="53213"/>
                  </a:moveTo>
                  <a:cubicBezTo>
                    <a:pt x="1448181" y="49403"/>
                    <a:pt x="1464945" y="45974"/>
                    <a:pt x="1481836" y="42926"/>
                  </a:cubicBezTo>
                  <a:lnTo>
                    <a:pt x="1486408" y="67945"/>
                  </a:lnTo>
                  <a:cubicBezTo>
                    <a:pt x="1469898" y="70993"/>
                    <a:pt x="1453515" y="74295"/>
                    <a:pt x="1437259" y="77978"/>
                  </a:cubicBezTo>
                  <a:close/>
                  <a:moveTo>
                    <a:pt x="1524635" y="10541"/>
                  </a:moveTo>
                  <a:cubicBezTo>
                    <a:pt x="1541526" y="8255"/>
                    <a:pt x="1558671" y="6350"/>
                    <a:pt x="1575816" y="4699"/>
                  </a:cubicBezTo>
                  <a:lnTo>
                    <a:pt x="1578102" y="29972"/>
                  </a:lnTo>
                  <a:cubicBezTo>
                    <a:pt x="1561338" y="31496"/>
                    <a:pt x="1544701" y="33401"/>
                    <a:pt x="1528064" y="35687"/>
                  </a:cubicBezTo>
                  <a:close/>
                  <a:moveTo>
                    <a:pt x="1626870" y="1270"/>
                  </a:moveTo>
                  <a:cubicBezTo>
                    <a:pt x="1644015" y="508"/>
                    <a:pt x="1661160" y="0"/>
                    <a:pt x="1678432" y="0"/>
                  </a:cubicBezTo>
                  <a:lnTo>
                    <a:pt x="1678432" y="25400"/>
                  </a:lnTo>
                  <a:cubicBezTo>
                    <a:pt x="1661541" y="25400"/>
                    <a:pt x="1644650" y="25908"/>
                    <a:pt x="1627886" y="26670"/>
                  </a:cubicBezTo>
                  <a:close/>
                  <a:moveTo>
                    <a:pt x="1729359" y="0"/>
                  </a:moveTo>
                  <a:lnTo>
                    <a:pt x="1780159" y="0"/>
                  </a:lnTo>
                  <a:lnTo>
                    <a:pt x="1780159" y="25400"/>
                  </a:lnTo>
                  <a:lnTo>
                    <a:pt x="1729359" y="25400"/>
                  </a:lnTo>
                  <a:close/>
                  <a:moveTo>
                    <a:pt x="1830959" y="25400"/>
                  </a:moveTo>
                  <a:lnTo>
                    <a:pt x="1881759" y="25400"/>
                  </a:lnTo>
                  <a:lnTo>
                    <a:pt x="1830959" y="25400"/>
                  </a:lnTo>
                  <a:close/>
                  <a:moveTo>
                    <a:pt x="1932559" y="25400"/>
                  </a:moveTo>
                  <a:lnTo>
                    <a:pt x="1983359" y="25400"/>
                  </a:lnTo>
                  <a:lnTo>
                    <a:pt x="1932559" y="25400"/>
                  </a:lnTo>
                  <a:close/>
                  <a:moveTo>
                    <a:pt x="2034159" y="25400"/>
                  </a:moveTo>
                  <a:lnTo>
                    <a:pt x="2084959" y="25400"/>
                  </a:lnTo>
                  <a:lnTo>
                    <a:pt x="2034159" y="25400"/>
                  </a:lnTo>
                  <a:close/>
                  <a:moveTo>
                    <a:pt x="2135759" y="25400"/>
                  </a:moveTo>
                  <a:lnTo>
                    <a:pt x="2186559" y="25400"/>
                  </a:lnTo>
                  <a:lnTo>
                    <a:pt x="2135759" y="25400"/>
                  </a:lnTo>
                  <a:close/>
                  <a:moveTo>
                    <a:pt x="2237359" y="25400"/>
                  </a:moveTo>
                  <a:lnTo>
                    <a:pt x="2288159" y="25400"/>
                  </a:lnTo>
                  <a:lnTo>
                    <a:pt x="2237359" y="25400"/>
                  </a:lnTo>
                  <a:close/>
                  <a:moveTo>
                    <a:pt x="2338959" y="25400"/>
                  </a:moveTo>
                  <a:lnTo>
                    <a:pt x="2389759" y="25400"/>
                  </a:lnTo>
                  <a:lnTo>
                    <a:pt x="2338959" y="25400"/>
                  </a:lnTo>
                  <a:close/>
                  <a:moveTo>
                    <a:pt x="2440559" y="25400"/>
                  </a:moveTo>
                  <a:lnTo>
                    <a:pt x="2491359" y="25400"/>
                  </a:lnTo>
                  <a:lnTo>
                    <a:pt x="2440559" y="25400"/>
                  </a:lnTo>
                  <a:close/>
                  <a:moveTo>
                    <a:pt x="2542159" y="25400"/>
                  </a:moveTo>
                  <a:lnTo>
                    <a:pt x="2592959" y="25400"/>
                  </a:lnTo>
                  <a:lnTo>
                    <a:pt x="2542159" y="25400"/>
                  </a:lnTo>
                  <a:close/>
                  <a:moveTo>
                    <a:pt x="2643759" y="25400"/>
                  </a:moveTo>
                  <a:lnTo>
                    <a:pt x="2694559" y="25400"/>
                  </a:lnTo>
                  <a:lnTo>
                    <a:pt x="2643759" y="25400"/>
                  </a:lnTo>
                  <a:close/>
                  <a:moveTo>
                    <a:pt x="2745359" y="25400"/>
                  </a:moveTo>
                  <a:lnTo>
                    <a:pt x="2796159" y="25400"/>
                  </a:lnTo>
                  <a:lnTo>
                    <a:pt x="2745359" y="25400"/>
                  </a:lnTo>
                  <a:close/>
                  <a:moveTo>
                    <a:pt x="2846959" y="25400"/>
                  </a:moveTo>
                  <a:lnTo>
                    <a:pt x="2897759" y="25400"/>
                  </a:lnTo>
                  <a:lnTo>
                    <a:pt x="2846959" y="25400"/>
                  </a:lnTo>
                  <a:close/>
                  <a:moveTo>
                    <a:pt x="2948559" y="25400"/>
                  </a:moveTo>
                  <a:lnTo>
                    <a:pt x="2999359" y="25400"/>
                  </a:lnTo>
                  <a:lnTo>
                    <a:pt x="2948559" y="25400"/>
                  </a:lnTo>
                  <a:close/>
                  <a:moveTo>
                    <a:pt x="3050159" y="25400"/>
                  </a:moveTo>
                  <a:lnTo>
                    <a:pt x="3100959" y="25400"/>
                  </a:lnTo>
                  <a:lnTo>
                    <a:pt x="3050159" y="25400"/>
                  </a:lnTo>
                  <a:close/>
                  <a:moveTo>
                    <a:pt x="3151759" y="25400"/>
                  </a:moveTo>
                  <a:lnTo>
                    <a:pt x="3202559" y="25400"/>
                  </a:lnTo>
                  <a:lnTo>
                    <a:pt x="3151759" y="25400"/>
                  </a:lnTo>
                  <a:close/>
                  <a:moveTo>
                    <a:pt x="3253359" y="25400"/>
                  </a:moveTo>
                  <a:lnTo>
                    <a:pt x="3304159" y="25400"/>
                  </a:lnTo>
                  <a:lnTo>
                    <a:pt x="3253359" y="25400"/>
                  </a:lnTo>
                  <a:close/>
                  <a:moveTo>
                    <a:pt x="3354959" y="25400"/>
                  </a:moveTo>
                  <a:lnTo>
                    <a:pt x="3405759" y="25400"/>
                  </a:lnTo>
                  <a:lnTo>
                    <a:pt x="3354959" y="25400"/>
                  </a:lnTo>
                  <a:close/>
                  <a:moveTo>
                    <a:pt x="3456559" y="25400"/>
                  </a:moveTo>
                  <a:lnTo>
                    <a:pt x="3507359" y="25400"/>
                  </a:lnTo>
                  <a:lnTo>
                    <a:pt x="3456559" y="25400"/>
                  </a:lnTo>
                  <a:close/>
                  <a:moveTo>
                    <a:pt x="3558159" y="25400"/>
                  </a:moveTo>
                  <a:lnTo>
                    <a:pt x="3608959" y="25400"/>
                  </a:lnTo>
                  <a:lnTo>
                    <a:pt x="3558159" y="25400"/>
                  </a:lnTo>
                  <a:close/>
                  <a:moveTo>
                    <a:pt x="3659759" y="25400"/>
                  </a:moveTo>
                  <a:lnTo>
                    <a:pt x="3710559" y="25400"/>
                  </a:lnTo>
                  <a:lnTo>
                    <a:pt x="3659759" y="25400"/>
                  </a:lnTo>
                  <a:close/>
                  <a:moveTo>
                    <a:pt x="3761359" y="25400"/>
                  </a:moveTo>
                  <a:lnTo>
                    <a:pt x="3812159" y="25400"/>
                  </a:lnTo>
                  <a:lnTo>
                    <a:pt x="3761359" y="25400"/>
                  </a:lnTo>
                  <a:close/>
                  <a:moveTo>
                    <a:pt x="3862959" y="25400"/>
                  </a:moveTo>
                  <a:lnTo>
                    <a:pt x="3913759" y="25400"/>
                  </a:lnTo>
                  <a:lnTo>
                    <a:pt x="3862959" y="25400"/>
                  </a:lnTo>
                  <a:close/>
                  <a:moveTo>
                    <a:pt x="3964559" y="25400"/>
                  </a:moveTo>
                  <a:lnTo>
                    <a:pt x="4015359" y="25400"/>
                  </a:lnTo>
                  <a:lnTo>
                    <a:pt x="3964559" y="25400"/>
                  </a:lnTo>
                  <a:close/>
                  <a:moveTo>
                    <a:pt x="4066159" y="25400"/>
                  </a:moveTo>
                  <a:lnTo>
                    <a:pt x="4116959" y="25400"/>
                  </a:lnTo>
                  <a:lnTo>
                    <a:pt x="4066159" y="25400"/>
                  </a:lnTo>
                  <a:close/>
                  <a:moveTo>
                    <a:pt x="4167759" y="25400"/>
                  </a:moveTo>
                  <a:lnTo>
                    <a:pt x="4218559" y="25400"/>
                  </a:lnTo>
                  <a:lnTo>
                    <a:pt x="4167759" y="25400"/>
                  </a:lnTo>
                  <a:close/>
                  <a:moveTo>
                    <a:pt x="4269359" y="25400"/>
                  </a:moveTo>
                  <a:lnTo>
                    <a:pt x="4320159" y="25400"/>
                  </a:lnTo>
                  <a:lnTo>
                    <a:pt x="4269359" y="25400"/>
                  </a:lnTo>
                  <a:close/>
                  <a:moveTo>
                    <a:pt x="4370959" y="25400"/>
                  </a:moveTo>
                  <a:lnTo>
                    <a:pt x="4421759" y="25400"/>
                  </a:lnTo>
                  <a:lnTo>
                    <a:pt x="4370959" y="25400"/>
                  </a:lnTo>
                  <a:close/>
                  <a:moveTo>
                    <a:pt x="4472559" y="25400"/>
                  </a:moveTo>
                  <a:lnTo>
                    <a:pt x="4523359" y="25400"/>
                  </a:lnTo>
                  <a:lnTo>
                    <a:pt x="4472559" y="25400"/>
                  </a:lnTo>
                  <a:close/>
                  <a:moveTo>
                    <a:pt x="4574159" y="25400"/>
                  </a:moveTo>
                  <a:lnTo>
                    <a:pt x="4624959" y="25400"/>
                  </a:lnTo>
                  <a:lnTo>
                    <a:pt x="4574159" y="25400"/>
                  </a:lnTo>
                  <a:close/>
                  <a:moveTo>
                    <a:pt x="4675759" y="25400"/>
                  </a:moveTo>
                  <a:lnTo>
                    <a:pt x="4726559" y="25400"/>
                  </a:lnTo>
                  <a:lnTo>
                    <a:pt x="4675759" y="25400"/>
                  </a:lnTo>
                  <a:close/>
                  <a:moveTo>
                    <a:pt x="4777359" y="25400"/>
                  </a:moveTo>
                  <a:lnTo>
                    <a:pt x="4828159" y="25400"/>
                  </a:lnTo>
                  <a:lnTo>
                    <a:pt x="4777359" y="25400"/>
                  </a:lnTo>
                  <a:close/>
                  <a:moveTo>
                    <a:pt x="4878959" y="25400"/>
                  </a:moveTo>
                  <a:lnTo>
                    <a:pt x="4929759" y="25400"/>
                  </a:lnTo>
                  <a:lnTo>
                    <a:pt x="4878959" y="25400"/>
                  </a:lnTo>
                  <a:close/>
                  <a:moveTo>
                    <a:pt x="4980559" y="25400"/>
                  </a:moveTo>
                  <a:lnTo>
                    <a:pt x="5031359" y="25400"/>
                  </a:lnTo>
                  <a:lnTo>
                    <a:pt x="4980559" y="25400"/>
                  </a:lnTo>
                  <a:close/>
                  <a:moveTo>
                    <a:pt x="5082159" y="25400"/>
                  </a:moveTo>
                  <a:lnTo>
                    <a:pt x="5132959" y="25400"/>
                  </a:lnTo>
                  <a:lnTo>
                    <a:pt x="5082159" y="25400"/>
                  </a:lnTo>
                  <a:close/>
                  <a:moveTo>
                    <a:pt x="5183759" y="25400"/>
                  </a:moveTo>
                  <a:lnTo>
                    <a:pt x="5234559" y="25400"/>
                  </a:lnTo>
                  <a:lnTo>
                    <a:pt x="5183759" y="25400"/>
                  </a:lnTo>
                  <a:close/>
                  <a:moveTo>
                    <a:pt x="5285359" y="25400"/>
                  </a:moveTo>
                  <a:lnTo>
                    <a:pt x="5336159" y="25400"/>
                  </a:lnTo>
                  <a:lnTo>
                    <a:pt x="5285359" y="25400"/>
                  </a:lnTo>
                  <a:close/>
                  <a:moveTo>
                    <a:pt x="5386959" y="25400"/>
                  </a:moveTo>
                  <a:lnTo>
                    <a:pt x="5437759" y="25400"/>
                  </a:lnTo>
                  <a:lnTo>
                    <a:pt x="5386959" y="25400"/>
                  </a:lnTo>
                  <a:close/>
                  <a:moveTo>
                    <a:pt x="5488559" y="25400"/>
                  </a:moveTo>
                  <a:lnTo>
                    <a:pt x="5539359" y="25400"/>
                  </a:lnTo>
                  <a:lnTo>
                    <a:pt x="5488559" y="25400"/>
                  </a:lnTo>
                  <a:close/>
                  <a:moveTo>
                    <a:pt x="5590159" y="25400"/>
                  </a:moveTo>
                  <a:lnTo>
                    <a:pt x="5640959" y="25400"/>
                  </a:lnTo>
                  <a:lnTo>
                    <a:pt x="5590159" y="25400"/>
                  </a:lnTo>
                  <a:close/>
                  <a:moveTo>
                    <a:pt x="5691759" y="25400"/>
                  </a:moveTo>
                  <a:lnTo>
                    <a:pt x="5742559" y="25400"/>
                  </a:lnTo>
                  <a:lnTo>
                    <a:pt x="5691759" y="25400"/>
                  </a:lnTo>
                  <a:close/>
                  <a:moveTo>
                    <a:pt x="5793359" y="25400"/>
                  </a:moveTo>
                  <a:lnTo>
                    <a:pt x="5844159" y="25400"/>
                  </a:lnTo>
                  <a:lnTo>
                    <a:pt x="5793359" y="25400"/>
                  </a:lnTo>
                  <a:close/>
                  <a:moveTo>
                    <a:pt x="5894959" y="25400"/>
                  </a:moveTo>
                  <a:lnTo>
                    <a:pt x="5945759" y="25400"/>
                  </a:lnTo>
                  <a:lnTo>
                    <a:pt x="5894959" y="25400"/>
                  </a:lnTo>
                  <a:close/>
                  <a:moveTo>
                    <a:pt x="5996559" y="25400"/>
                  </a:moveTo>
                  <a:lnTo>
                    <a:pt x="6047359" y="25400"/>
                  </a:lnTo>
                  <a:lnTo>
                    <a:pt x="5996559" y="25400"/>
                  </a:lnTo>
                  <a:close/>
                  <a:moveTo>
                    <a:pt x="6098159" y="25400"/>
                  </a:moveTo>
                  <a:lnTo>
                    <a:pt x="6148959" y="25400"/>
                  </a:lnTo>
                  <a:lnTo>
                    <a:pt x="6098159" y="25400"/>
                  </a:lnTo>
                  <a:close/>
                  <a:moveTo>
                    <a:pt x="6199759" y="25400"/>
                  </a:moveTo>
                  <a:lnTo>
                    <a:pt x="6250559" y="25400"/>
                  </a:lnTo>
                  <a:lnTo>
                    <a:pt x="6199759" y="25400"/>
                  </a:lnTo>
                  <a:close/>
                  <a:moveTo>
                    <a:pt x="6301359" y="25400"/>
                  </a:moveTo>
                  <a:lnTo>
                    <a:pt x="6352159" y="25400"/>
                  </a:lnTo>
                  <a:lnTo>
                    <a:pt x="6301359" y="25400"/>
                  </a:lnTo>
                  <a:close/>
                  <a:moveTo>
                    <a:pt x="6402959" y="25400"/>
                  </a:moveTo>
                  <a:lnTo>
                    <a:pt x="6453759" y="25400"/>
                  </a:lnTo>
                  <a:lnTo>
                    <a:pt x="6402959" y="25400"/>
                  </a:lnTo>
                  <a:close/>
                  <a:moveTo>
                    <a:pt x="6504559" y="25400"/>
                  </a:moveTo>
                  <a:lnTo>
                    <a:pt x="6555359" y="25400"/>
                  </a:lnTo>
                  <a:lnTo>
                    <a:pt x="6504559" y="25400"/>
                  </a:lnTo>
                  <a:close/>
                  <a:moveTo>
                    <a:pt x="6606159" y="25400"/>
                  </a:moveTo>
                  <a:lnTo>
                    <a:pt x="6656959" y="25400"/>
                  </a:lnTo>
                  <a:lnTo>
                    <a:pt x="6606159" y="25400"/>
                  </a:lnTo>
                  <a:close/>
                  <a:moveTo>
                    <a:pt x="6707759" y="25400"/>
                  </a:moveTo>
                  <a:lnTo>
                    <a:pt x="6758559" y="25400"/>
                  </a:lnTo>
                  <a:lnTo>
                    <a:pt x="6707759" y="25400"/>
                  </a:lnTo>
                  <a:close/>
                  <a:moveTo>
                    <a:pt x="6809359" y="25400"/>
                  </a:moveTo>
                  <a:lnTo>
                    <a:pt x="6860159" y="25400"/>
                  </a:lnTo>
                  <a:lnTo>
                    <a:pt x="6809359" y="25400"/>
                  </a:lnTo>
                  <a:close/>
                  <a:moveTo>
                    <a:pt x="6910959" y="25400"/>
                  </a:moveTo>
                  <a:lnTo>
                    <a:pt x="6961759" y="25400"/>
                  </a:lnTo>
                  <a:lnTo>
                    <a:pt x="6910959" y="25400"/>
                  </a:lnTo>
                  <a:close/>
                  <a:moveTo>
                    <a:pt x="7012559" y="25400"/>
                  </a:moveTo>
                  <a:lnTo>
                    <a:pt x="7063359" y="25400"/>
                  </a:lnTo>
                  <a:lnTo>
                    <a:pt x="7012559" y="25400"/>
                  </a:lnTo>
                  <a:close/>
                  <a:moveTo>
                    <a:pt x="7114159" y="25400"/>
                  </a:moveTo>
                  <a:lnTo>
                    <a:pt x="7164959" y="25400"/>
                  </a:lnTo>
                  <a:lnTo>
                    <a:pt x="7114159" y="25400"/>
                  </a:lnTo>
                  <a:close/>
                  <a:moveTo>
                    <a:pt x="7215759" y="25400"/>
                  </a:moveTo>
                  <a:lnTo>
                    <a:pt x="7266559" y="25400"/>
                  </a:lnTo>
                  <a:lnTo>
                    <a:pt x="7215759" y="25400"/>
                  </a:lnTo>
                  <a:close/>
                  <a:moveTo>
                    <a:pt x="7317359" y="25400"/>
                  </a:moveTo>
                  <a:lnTo>
                    <a:pt x="7368159" y="25400"/>
                  </a:lnTo>
                  <a:lnTo>
                    <a:pt x="7317359" y="25400"/>
                  </a:lnTo>
                  <a:close/>
                  <a:moveTo>
                    <a:pt x="7418959" y="25400"/>
                  </a:moveTo>
                  <a:lnTo>
                    <a:pt x="7469759" y="25400"/>
                  </a:lnTo>
                  <a:lnTo>
                    <a:pt x="7418959" y="25400"/>
                  </a:lnTo>
                  <a:close/>
                  <a:moveTo>
                    <a:pt x="7520559" y="25400"/>
                  </a:moveTo>
                  <a:lnTo>
                    <a:pt x="7571359" y="25400"/>
                  </a:lnTo>
                  <a:lnTo>
                    <a:pt x="7520559" y="25400"/>
                  </a:lnTo>
                  <a:close/>
                  <a:moveTo>
                    <a:pt x="7622159" y="25400"/>
                  </a:moveTo>
                  <a:lnTo>
                    <a:pt x="7672959" y="25400"/>
                  </a:lnTo>
                  <a:lnTo>
                    <a:pt x="7622159" y="25400"/>
                  </a:lnTo>
                  <a:close/>
                  <a:moveTo>
                    <a:pt x="7723759" y="25400"/>
                  </a:moveTo>
                  <a:lnTo>
                    <a:pt x="7774559" y="25400"/>
                  </a:lnTo>
                  <a:lnTo>
                    <a:pt x="7723759" y="25400"/>
                  </a:lnTo>
                  <a:close/>
                  <a:moveTo>
                    <a:pt x="7825359" y="25400"/>
                  </a:moveTo>
                  <a:lnTo>
                    <a:pt x="7876159" y="25400"/>
                  </a:lnTo>
                  <a:lnTo>
                    <a:pt x="7825359" y="25400"/>
                  </a:lnTo>
                  <a:close/>
                  <a:moveTo>
                    <a:pt x="7926959" y="25400"/>
                  </a:moveTo>
                  <a:lnTo>
                    <a:pt x="7977759" y="25400"/>
                  </a:lnTo>
                  <a:lnTo>
                    <a:pt x="7926959" y="25400"/>
                  </a:lnTo>
                  <a:close/>
                  <a:moveTo>
                    <a:pt x="8028559" y="25400"/>
                  </a:moveTo>
                  <a:lnTo>
                    <a:pt x="8079359" y="25400"/>
                  </a:lnTo>
                  <a:lnTo>
                    <a:pt x="8028559" y="25400"/>
                  </a:lnTo>
                  <a:close/>
                  <a:moveTo>
                    <a:pt x="8130159" y="25400"/>
                  </a:moveTo>
                  <a:lnTo>
                    <a:pt x="8180959" y="25400"/>
                  </a:lnTo>
                  <a:lnTo>
                    <a:pt x="8130159" y="25400"/>
                  </a:lnTo>
                  <a:close/>
                  <a:moveTo>
                    <a:pt x="8231759" y="25400"/>
                  </a:moveTo>
                  <a:lnTo>
                    <a:pt x="8282559" y="25400"/>
                  </a:lnTo>
                  <a:lnTo>
                    <a:pt x="8231759" y="25400"/>
                  </a:lnTo>
                  <a:close/>
                  <a:moveTo>
                    <a:pt x="8333359" y="25400"/>
                  </a:moveTo>
                  <a:lnTo>
                    <a:pt x="8384159" y="25400"/>
                  </a:lnTo>
                  <a:lnTo>
                    <a:pt x="8333359" y="25400"/>
                  </a:lnTo>
                  <a:close/>
                  <a:moveTo>
                    <a:pt x="8434959" y="25400"/>
                  </a:moveTo>
                  <a:lnTo>
                    <a:pt x="8485759" y="25400"/>
                  </a:lnTo>
                  <a:lnTo>
                    <a:pt x="8434959" y="25400"/>
                  </a:lnTo>
                  <a:close/>
                  <a:moveTo>
                    <a:pt x="8536559" y="25400"/>
                  </a:moveTo>
                  <a:lnTo>
                    <a:pt x="8587359" y="25400"/>
                  </a:lnTo>
                  <a:lnTo>
                    <a:pt x="8536559" y="25400"/>
                  </a:lnTo>
                  <a:close/>
                  <a:moveTo>
                    <a:pt x="8638159" y="25400"/>
                  </a:moveTo>
                  <a:lnTo>
                    <a:pt x="8688959" y="25400"/>
                  </a:lnTo>
                  <a:lnTo>
                    <a:pt x="8638159" y="25400"/>
                  </a:lnTo>
                  <a:close/>
                  <a:moveTo>
                    <a:pt x="8739759" y="25400"/>
                  </a:moveTo>
                  <a:lnTo>
                    <a:pt x="8790559" y="25400"/>
                  </a:lnTo>
                  <a:lnTo>
                    <a:pt x="8739759" y="25400"/>
                  </a:lnTo>
                  <a:close/>
                  <a:moveTo>
                    <a:pt x="8841359" y="25400"/>
                  </a:moveTo>
                  <a:lnTo>
                    <a:pt x="8892159" y="25400"/>
                  </a:lnTo>
                  <a:lnTo>
                    <a:pt x="8841359" y="25400"/>
                  </a:lnTo>
                  <a:close/>
                  <a:moveTo>
                    <a:pt x="8942959" y="25400"/>
                  </a:moveTo>
                  <a:lnTo>
                    <a:pt x="8993759" y="25400"/>
                  </a:lnTo>
                  <a:lnTo>
                    <a:pt x="8942959" y="25400"/>
                  </a:lnTo>
                  <a:close/>
                  <a:moveTo>
                    <a:pt x="9044559" y="25400"/>
                  </a:moveTo>
                  <a:lnTo>
                    <a:pt x="9095359" y="25400"/>
                  </a:lnTo>
                  <a:lnTo>
                    <a:pt x="9044559" y="25400"/>
                  </a:lnTo>
                  <a:close/>
                  <a:moveTo>
                    <a:pt x="9146159" y="25400"/>
                  </a:moveTo>
                  <a:lnTo>
                    <a:pt x="9196959" y="25400"/>
                  </a:lnTo>
                  <a:lnTo>
                    <a:pt x="9146159" y="25400"/>
                  </a:lnTo>
                  <a:close/>
                  <a:moveTo>
                    <a:pt x="9247759" y="25400"/>
                  </a:moveTo>
                  <a:lnTo>
                    <a:pt x="9298559" y="25400"/>
                  </a:lnTo>
                  <a:lnTo>
                    <a:pt x="9247759" y="25400"/>
                  </a:lnTo>
                  <a:close/>
                  <a:moveTo>
                    <a:pt x="9349359" y="25400"/>
                  </a:moveTo>
                  <a:lnTo>
                    <a:pt x="9400159" y="25400"/>
                  </a:lnTo>
                  <a:lnTo>
                    <a:pt x="9349359" y="25400"/>
                  </a:lnTo>
                  <a:close/>
                  <a:moveTo>
                    <a:pt x="9450959" y="25400"/>
                  </a:moveTo>
                  <a:lnTo>
                    <a:pt x="9501759" y="25400"/>
                  </a:lnTo>
                  <a:lnTo>
                    <a:pt x="9450959" y="25400"/>
                  </a:lnTo>
                  <a:close/>
                  <a:moveTo>
                    <a:pt x="9552559" y="25400"/>
                  </a:moveTo>
                  <a:lnTo>
                    <a:pt x="9603359" y="25400"/>
                  </a:lnTo>
                  <a:lnTo>
                    <a:pt x="9552559" y="25400"/>
                  </a:lnTo>
                  <a:close/>
                  <a:moveTo>
                    <a:pt x="9654159" y="25400"/>
                  </a:moveTo>
                  <a:lnTo>
                    <a:pt x="9704959" y="25400"/>
                  </a:lnTo>
                  <a:lnTo>
                    <a:pt x="9654159" y="25400"/>
                  </a:lnTo>
                  <a:close/>
                  <a:moveTo>
                    <a:pt x="9755759" y="25400"/>
                  </a:moveTo>
                  <a:lnTo>
                    <a:pt x="9806559" y="25400"/>
                  </a:lnTo>
                  <a:lnTo>
                    <a:pt x="9755759" y="25400"/>
                  </a:lnTo>
                  <a:close/>
                  <a:moveTo>
                    <a:pt x="9857359" y="25400"/>
                  </a:moveTo>
                  <a:lnTo>
                    <a:pt x="9908159" y="25400"/>
                  </a:lnTo>
                  <a:lnTo>
                    <a:pt x="9857359" y="25400"/>
                  </a:lnTo>
                  <a:close/>
                  <a:moveTo>
                    <a:pt x="9958959" y="25400"/>
                  </a:moveTo>
                  <a:lnTo>
                    <a:pt x="10009759" y="25400"/>
                  </a:lnTo>
                  <a:lnTo>
                    <a:pt x="9958959" y="25400"/>
                  </a:lnTo>
                  <a:close/>
                  <a:moveTo>
                    <a:pt x="10060559" y="25400"/>
                  </a:moveTo>
                  <a:lnTo>
                    <a:pt x="10111359" y="25400"/>
                  </a:lnTo>
                  <a:lnTo>
                    <a:pt x="10060559" y="25400"/>
                  </a:lnTo>
                  <a:close/>
                  <a:moveTo>
                    <a:pt x="10162159" y="25400"/>
                  </a:moveTo>
                  <a:lnTo>
                    <a:pt x="10212959" y="25400"/>
                  </a:lnTo>
                  <a:lnTo>
                    <a:pt x="10162159" y="25400"/>
                  </a:lnTo>
                  <a:close/>
                  <a:moveTo>
                    <a:pt x="10263759" y="25400"/>
                  </a:moveTo>
                  <a:lnTo>
                    <a:pt x="10314559" y="25400"/>
                  </a:lnTo>
                  <a:lnTo>
                    <a:pt x="10263759" y="25400"/>
                  </a:lnTo>
                  <a:close/>
                  <a:moveTo>
                    <a:pt x="10365359" y="25400"/>
                  </a:moveTo>
                  <a:lnTo>
                    <a:pt x="10416159" y="25400"/>
                  </a:lnTo>
                  <a:lnTo>
                    <a:pt x="10365359" y="25400"/>
                  </a:lnTo>
                  <a:close/>
                  <a:moveTo>
                    <a:pt x="10466959" y="25400"/>
                  </a:moveTo>
                  <a:lnTo>
                    <a:pt x="10517759" y="25400"/>
                  </a:lnTo>
                  <a:lnTo>
                    <a:pt x="10466959" y="25400"/>
                  </a:lnTo>
                  <a:close/>
                  <a:moveTo>
                    <a:pt x="10568559" y="25400"/>
                  </a:moveTo>
                  <a:lnTo>
                    <a:pt x="10619359" y="25400"/>
                  </a:lnTo>
                  <a:lnTo>
                    <a:pt x="10568559" y="25400"/>
                  </a:lnTo>
                  <a:close/>
                  <a:moveTo>
                    <a:pt x="10670159" y="25400"/>
                  </a:moveTo>
                  <a:lnTo>
                    <a:pt x="10720959" y="25400"/>
                  </a:lnTo>
                  <a:lnTo>
                    <a:pt x="10670159" y="25400"/>
                  </a:lnTo>
                  <a:close/>
                  <a:moveTo>
                    <a:pt x="10771759" y="25400"/>
                  </a:moveTo>
                  <a:lnTo>
                    <a:pt x="10822559" y="25400"/>
                  </a:lnTo>
                  <a:lnTo>
                    <a:pt x="10771759" y="25400"/>
                  </a:lnTo>
                  <a:close/>
                  <a:moveTo>
                    <a:pt x="10873359" y="25400"/>
                  </a:moveTo>
                  <a:lnTo>
                    <a:pt x="10924159" y="25400"/>
                  </a:lnTo>
                  <a:lnTo>
                    <a:pt x="10873359" y="25400"/>
                  </a:lnTo>
                  <a:close/>
                  <a:moveTo>
                    <a:pt x="10974959" y="25400"/>
                  </a:moveTo>
                  <a:lnTo>
                    <a:pt x="11025759" y="25400"/>
                  </a:lnTo>
                  <a:lnTo>
                    <a:pt x="10974959" y="25400"/>
                  </a:lnTo>
                  <a:close/>
                  <a:moveTo>
                    <a:pt x="11076559" y="25400"/>
                  </a:moveTo>
                  <a:lnTo>
                    <a:pt x="11127359" y="25400"/>
                  </a:lnTo>
                  <a:lnTo>
                    <a:pt x="11076559" y="25400"/>
                  </a:lnTo>
                  <a:close/>
                  <a:moveTo>
                    <a:pt x="11178159" y="25400"/>
                  </a:moveTo>
                  <a:lnTo>
                    <a:pt x="11228959" y="25400"/>
                  </a:lnTo>
                  <a:lnTo>
                    <a:pt x="11178159" y="25400"/>
                  </a:lnTo>
                  <a:close/>
                  <a:moveTo>
                    <a:pt x="11279759" y="25400"/>
                  </a:moveTo>
                  <a:lnTo>
                    <a:pt x="11330559" y="25400"/>
                  </a:lnTo>
                  <a:lnTo>
                    <a:pt x="11279759" y="25400"/>
                  </a:lnTo>
                  <a:close/>
                  <a:moveTo>
                    <a:pt x="11381359" y="25400"/>
                  </a:moveTo>
                  <a:lnTo>
                    <a:pt x="11432159" y="25400"/>
                  </a:lnTo>
                  <a:lnTo>
                    <a:pt x="11381359" y="25400"/>
                  </a:lnTo>
                  <a:close/>
                  <a:moveTo>
                    <a:pt x="11482959" y="25400"/>
                  </a:moveTo>
                  <a:lnTo>
                    <a:pt x="11533759" y="25400"/>
                  </a:lnTo>
                  <a:lnTo>
                    <a:pt x="11482959" y="25400"/>
                  </a:lnTo>
                  <a:close/>
                  <a:moveTo>
                    <a:pt x="11584559" y="25400"/>
                  </a:moveTo>
                  <a:lnTo>
                    <a:pt x="11635359" y="25400"/>
                  </a:lnTo>
                  <a:lnTo>
                    <a:pt x="11584559" y="25400"/>
                  </a:lnTo>
                  <a:close/>
                  <a:moveTo>
                    <a:pt x="11686159" y="25400"/>
                  </a:moveTo>
                  <a:lnTo>
                    <a:pt x="11736959" y="25400"/>
                  </a:lnTo>
                  <a:lnTo>
                    <a:pt x="11686159" y="25400"/>
                  </a:lnTo>
                  <a:close/>
                  <a:moveTo>
                    <a:pt x="11787759" y="25400"/>
                  </a:moveTo>
                  <a:lnTo>
                    <a:pt x="11838559" y="25400"/>
                  </a:lnTo>
                  <a:lnTo>
                    <a:pt x="11787759" y="25400"/>
                  </a:lnTo>
                  <a:close/>
                  <a:moveTo>
                    <a:pt x="11889359" y="25400"/>
                  </a:moveTo>
                  <a:lnTo>
                    <a:pt x="11940159" y="25400"/>
                  </a:lnTo>
                  <a:lnTo>
                    <a:pt x="11889359" y="25400"/>
                  </a:lnTo>
                  <a:close/>
                  <a:moveTo>
                    <a:pt x="11990959" y="25400"/>
                  </a:moveTo>
                  <a:lnTo>
                    <a:pt x="12041759" y="25400"/>
                  </a:lnTo>
                  <a:lnTo>
                    <a:pt x="11990959" y="25400"/>
                  </a:lnTo>
                  <a:close/>
                  <a:moveTo>
                    <a:pt x="12092559" y="25400"/>
                  </a:moveTo>
                  <a:lnTo>
                    <a:pt x="12143359" y="25400"/>
                  </a:lnTo>
                  <a:lnTo>
                    <a:pt x="12092559" y="25400"/>
                  </a:lnTo>
                  <a:close/>
                  <a:moveTo>
                    <a:pt x="12194159" y="25400"/>
                  </a:moveTo>
                  <a:lnTo>
                    <a:pt x="12244959" y="25400"/>
                  </a:lnTo>
                  <a:lnTo>
                    <a:pt x="12194159" y="25400"/>
                  </a:lnTo>
                  <a:close/>
                  <a:moveTo>
                    <a:pt x="12295759" y="25400"/>
                  </a:moveTo>
                  <a:lnTo>
                    <a:pt x="12346559" y="25400"/>
                  </a:lnTo>
                  <a:lnTo>
                    <a:pt x="12295759" y="25400"/>
                  </a:lnTo>
                  <a:close/>
                  <a:moveTo>
                    <a:pt x="12397359" y="25400"/>
                  </a:moveTo>
                  <a:lnTo>
                    <a:pt x="12448159" y="25400"/>
                  </a:lnTo>
                  <a:lnTo>
                    <a:pt x="12397359" y="25400"/>
                  </a:lnTo>
                  <a:close/>
                  <a:moveTo>
                    <a:pt x="12498959" y="25400"/>
                  </a:moveTo>
                  <a:lnTo>
                    <a:pt x="12549759" y="25400"/>
                  </a:lnTo>
                  <a:lnTo>
                    <a:pt x="12498959" y="25400"/>
                  </a:lnTo>
                  <a:close/>
                  <a:moveTo>
                    <a:pt x="12600559" y="25400"/>
                  </a:moveTo>
                  <a:lnTo>
                    <a:pt x="12651359" y="25400"/>
                  </a:lnTo>
                  <a:lnTo>
                    <a:pt x="12600559" y="25400"/>
                  </a:lnTo>
                  <a:close/>
                  <a:moveTo>
                    <a:pt x="12702159" y="25400"/>
                  </a:moveTo>
                  <a:lnTo>
                    <a:pt x="12752959" y="25400"/>
                  </a:lnTo>
                  <a:lnTo>
                    <a:pt x="12702159" y="25400"/>
                  </a:lnTo>
                  <a:close/>
                  <a:moveTo>
                    <a:pt x="12803759" y="25400"/>
                  </a:moveTo>
                  <a:lnTo>
                    <a:pt x="12854559" y="25400"/>
                  </a:lnTo>
                  <a:lnTo>
                    <a:pt x="12803759" y="25400"/>
                  </a:lnTo>
                  <a:close/>
                  <a:moveTo>
                    <a:pt x="12905359" y="25400"/>
                  </a:moveTo>
                  <a:lnTo>
                    <a:pt x="12956159" y="25400"/>
                  </a:lnTo>
                  <a:lnTo>
                    <a:pt x="12905359" y="25400"/>
                  </a:lnTo>
                  <a:close/>
                  <a:moveTo>
                    <a:pt x="13006959" y="25400"/>
                  </a:moveTo>
                  <a:lnTo>
                    <a:pt x="13057759" y="25400"/>
                  </a:lnTo>
                  <a:lnTo>
                    <a:pt x="13006959" y="25400"/>
                  </a:lnTo>
                  <a:close/>
                  <a:moveTo>
                    <a:pt x="13108559" y="25400"/>
                  </a:moveTo>
                  <a:lnTo>
                    <a:pt x="13159359" y="25400"/>
                  </a:lnTo>
                  <a:lnTo>
                    <a:pt x="13108559" y="25400"/>
                  </a:lnTo>
                  <a:close/>
                  <a:moveTo>
                    <a:pt x="13210159" y="25400"/>
                  </a:moveTo>
                  <a:lnTo>
                    <a:pt x="13260959" y="25400"/>
                  </a:lnTo>
                  <a:lnTo>
                    <a:pt x="13210159" y="25400"/>
                  </a:lnTo>
                  <a:close/>
                  <a:moveTo>
                    <a:pt x="13311759" y="25400"/>
                  </a:moveTo>
                  <a:lnTo>
                    <a:pt x="13362559" y="25400"/>
                  </a:lnTo>
                  <a:lnTo>
                    <a:pt x="13311759" y="25400"/>
                  </a:lnTo>
                  <a:close/>
                  <a:moveTo>
                    <a:pt x="13413359" y="25400"/>
                  </a:moveTo>
                  <a:lnTo>
                    <a:pt x="13464159" y="25400"/>
                  </a:lnTo>
                  <a:lnTo>
                    <a:pt x="13413359" y="25400"/>
                  </a:lnTo>
                  <a:close/>
                  <a:moveTo>
                    <a:pt x="13514959" y="25400"/>
                  </a:moveTo>
                  <a:lnTo>
                    <a:pt x="13565759" y="25400"/>
                  </a:lnTo>
                  <a:lnTo>
                    <a:pt x="13514959" y="25400"/>
                  </a:lnTo>
                  <a:close/>
                  <a:moveTo>
                    <a:pt x="13616559" y="25400"/>
                  </a:moveTo>
                  <a:lnTo>
                    <a:pt x="13667359" y="25400"/>
                  </a:lnTo>
                  <a:lnTo>
                    <a:pt x="13616559" y="25400"/>
                  </a:lnTo>
                  <a:close/>
                  <a:moveTo>
                    <a:pt x="13718159" y="25400"/>
                  </a:moveTo>
                  <a:lnTo>
                    <a:pt x="13768959" y="25400"/>
                  </a:lnTo>
                  <a:lnTo>
                    <a:pt x="13718159" y="25400"/>
                  </a:lnTo>
                  <a:close/>
                  <a:moveTo>
                    <a:pt x="13819759" y="25400"/>
                  </a:moveTo>
                  <a:lnTo>
                    <a:pt x="13870559" y="25400"/>
                  </a:lnTo>
                  <a:lnTo>
                    <a:pt x="13819759" y="25400"/>
                  </a:lnTo>
                  <a:close/>
                  <a:moveTo>
                    <a:pt x="13921359" y="25400"/>
                  </a:moveTo>
                  <a:lnTo>
                    <a:pt x="13972159" y="25400"/>
                  </a:lnTo>
                  <a:lnTo>
                    <a:pt x="13921359" y="25400"/>
                  </a:lnTo>
                  <a:close/>
                  <a:moveTo>
                    <a:pt x="14022959" y="25400"/>
                  </a:moveTo>
                  <a:lnTo>
                    <a:pt x="14073759" y="25400"/>
                  </a:lnTo>
                  <a:lnTo>
                    <a:pt x="14022959" y="25400"/>
                  </a:lnTo>
                  <a:close/>
                  <a:moveTo>
                    <a:pt x="14124559" y="25400"/>
                  </a:moveTo>
                  <a:lnTo>
                    <a:pt x="14175359" y="25400"/>
                  </a:lnTo>
                  <a:lnTo>
                    <a:pt x="14124559" y="25400"/>
                  </a:lnTo>
                  <a:close/>
                  <a:moveTo>
                    <a:pt x="14226159" y="25400"/>
                  </a:moveTo>
                  <a:lnTo>
                    <a:pt x="14276959" y="25400"/>
                  </a:lnTo>
                  <a:lnTo>
                    <a:pt x="14226159" y="25400"/>
                  </a:lnTo>
                  <a:close/>
                  <a:moveTo>
                    <a:pt x="14327759" y="25400"/>
                  </a:moveTo>
                  <a:lnTo>
                    <a:pt x="14378559" y="25400"/>
                  </a:lnTo>
                  <a:lnTo>
                    <a:pt x="14327759" y="25400"/>
                  </a:lnTo>
                  <a:close/>
                  <a:moveTo>
                    <a:pt x="14429359" y="25400"/>
                  </a:moveTo>
                  <a:lnTo>
                    <a:pt x="14480159" y="25400"/>
                  </a:lnTo>
                  <a:lnTo>
                    <a:pt x="14429359" y="25400"/>
                  </a:lnTo>
                  <a:close/>
                  <a:moveTo>
                    <a:pt x="14530959" y="25400"/>
                  </a:moveTo>
                  <a:lnTo>
                    <a:pt x="14581759" y="25400"/>
                  </a:lnTo>
                  <a:lnTo>
                    <a:pt x="14530959" y="25400"/>
                  </a:lnTo>
                  <a:close/>
                  <a:moveTo>
                    <a:pt x="14632559" y="25400"/>
                  </a:moveTo>
                  <a:lnTo>
                    <a:pt x="14683359" y="25400"/>
                  </a:lnTo>
                  <a:lnTo>
                    <a:pt x="14632559" y="25400"/>
                  </a:lnTo>
                  <a:close/>
                  <a:moveTo>
                    <a:pt x="14734159" y="25400"/>
                  </a:moveTo>
                  <a:lnTo>
                    <a:pt x="14784959" y="25400"/>
                  </a:lnTo>
                  <a:lnTo>
                    <a:pt x="14734159" y="25400"/>
                  </a:lnTo>
                  <a:close/>
                  <a:moveTo>
                    <a:pt x="14835759" y="25400"/>
                  </a:moveTo>
                  <a:lnTo>
                    <a:pt x="14886559" y="25400"/>
                  </a:lnTo>
                  <a:lnTo>
                    <a:pt x="14835759" y="25400"/>
                  </a:lnTo>
                  <a:close/>
                  <a:moveTo>
                    <a:pt x="14937359" y="25400"/>
                  </a:moveTo>
                  <a:lnTo>
                    <a:pt x="14988159" y="25400"/>
                  </a:lnTo>
                  <a:lnTo>
                    <a:pt x="14937359" y="25400"/>
                  </a:lnTo>
                  <a:close/>
                  <a:moveTo>
                    <a:pt x="15038959" y="25400"/>
                  </a:moveTo>
                  <a:lnTo>
                    <a:pt x="15089759" y="25400"/>
                  </a:lnTo>
                  <a:lnTo>
                    <a:pt x="15038959" y="25400"/>
                  </a:lnTo>
                  <a:close/>
                  <a:moveTo>
                    <a:pt x="15140559" y="25400"/>
                  </a:moveTo>
                  <a:lnTo>
                    <a:pt x="15191359" y="25400"/>
                  </a:lnTo>
                  <a:lnTo>
                    <a:pt x="15140559" y="25400"/>
                  </a:lnTo>
                  <a:close/>
                  <a:moveTo>
                    <a:pt x="15242159" y="25400"/>
                  </a:moveTo>
                  <a:lnTo>
                    <a:pt x="15292959" y="25400"/>
                  </a:lnTo>
                  <a:lnTo>
                    <a:pt x="15242159" y="25400"/>
                  </a:lnTo>
                  <a:close/>
                  <a:moveTo>
                    <a:pt x="15343759" y="25400"/>
                  </a:moveTo>
                  <a:lnTo>
                    <a:pt x="15394559" y="25400"/>
                  </a:lnTo>
                  <a:lnTo>
                    <a:pt x="15343759" y="25400"/>
                  </a:lnTo>
                  <a:close/>
                  <a:moveTo>
                    <a:pt x="15445359" y="25400"/>
                  </a:moveTo>
                  <a:lnTo>
                    <a:pt x="15496159" y="25400"/>
                  </a:lnTo>
                  <a:lnTo>
                    <a:pt x="15445359" y="25400"/>
                  </a:lnTo>
                  <a:close/>
                  <a:moveTo>
                    <a:pt x="15546959" y="25400"/>
                  </a:moveTo>
                  <a:lnTo>
                    <a:pt x="15597759" y="25400"/>
                  </a:lnTo>
                  <a:lnTo>
                    <a:pt x="15546959" y="25400"/>
                  </a:lnTo>
                  <a:close/>
                  <a:moveTo>
                    <a:pt x="15648559" y="25400"/>
                  </a:moveTo>
                  <a:lnTo>
                    <a:pt x="15699359" y="25400"/>
                  </a:lnTo>
                  <a:lnTo>
                    <a:pt x="15648559" y="25400"/>
                  </a:lnTo>
                  <a:close/>
                  <a:moveTo>
                    <a:pt x="15750159" y="25400"/>
                  </a:moveTo>
                  <a:lnTo>
                    <a:pt x="15800959" y="25400"/>
                  </a:lnTo>
                  <a:lnTo>
                    <a:pt x="15750159" y="25400"/>
                  </a:lnTo>
                  <a:close/>
                  <a:moveTo>
                    <a:pt x="15851759" y="25400"/>
                  </a:moveTo>
                  <a:lnTo>
                    <a:pt x="15902559" y="25400"/>
                  </a:lnTo>
                  <a:lnTo>
                    <a:pt x="15851759" y="25400"/>
                  </a:lnTo>
                  <a:close/>
                  <a:moveTo>
                    <a:pt x="15953359" y="25400"/>
                  </a:moveTo>
                  <a:lnTo>
                    <a:pt x="16004159" y="25400"/>
                  </a:lnTo>
                  <a:lnTo>
                    <a:pt x="15953359" y="25400"/>
                  </a:lnTo>
                  <a:close/>
                  <a:moveTo>
                    <a:pt x="16054959" y="25400"/>
                  </a:moveTo>
                  <a:lnTo>
                    <a:pt x="16105759" y="25400"/>
                  </a:lnTo>
                  <a:lnTo>
                    <a:pt x="16054959" y="25400"/>
                  </a:lnTo>
                  <a:close/>
                  <a:moveTo>
                    <a:pt x="16156559" y="25400"/>
                  </a:moveTo>
                  <a:lnTo>
                    <a:pt x="16207359" y="25400"/>
                  </a:lnTo>
                  <a:lnTo>
                    <a:pt x="16156559" y="25400"/>
                  </a:lnTo>
                  <a:close/>
                  <a:moveTo>
                    <a:pt x="16258159" y="25400"/>
                  </a:moveTo>
                  <a:lnTo>
                    <a:pt x="16308959" y="25400"/>
                  </a:lnTo>
                  <a:lnTo>
                    <a:pt x="16258159" y="25400"/>
                  </a:lnTo>
                  <a:close/>
                  <a:moveTo>
                    <a:pt x="16359759" y="25400"/>
                  </a:moveTo>
                  <a:lnTo>
                    <a:pt x="16410559" y="25400"/>
                  </a:lnTo>
                  <a:lnTo>
                    <a:pt x="16359759" y="25400"/>
                  </a:lnTo>
                  <a:close/>
                  <a:moveTo>
                    <a:pt x="16461359" y="25400"/>
                  </a:moveTo>
                  <a:lnTo>
                    <a:pt x="16512159" y="25400"/>
                  </a:lnTo>
                  <a:lnTo>
                    <a:pt x="16461359" y="25400"/>
                  </a:lnTo>
                  <a:close/>
                  <a:moveTo>
                    <a:pt x="16562959" y="25400"/>
                  </a:moveTo>
                  <a:lnTo>
                    <a:pt x="16613759" y="25400"/>
                  </a:lnTo>
                  <a:lnTo>
                    <a:pt x="16562959" y="25400"/>
                  </a:lnTo>
                  <a:close/>
                  <a:moveTo>
                    <a:pt x="16664559" y="25400"/>
                  </a:moveTo>
                  <a:lnTo>
                    <a:pt x="16715359" y="25400"/>
                  </a:lnTo>
                  <a:lnTo>
                    <a:pt x="16664559" y="25400"/>
                  </a:lnTo>
                  <a:close/>
                  <a:moveTo>
                    <a:pt x="16766159" y="25400"/>
                  </a:moveTo>
                  <a:lnTo>
                    <a:pt x="16816959" y="25400"/>
                  </a:lnTo>
                  <a:lnTo>
                    <a:pt x="16766159" y="25400"/>
                  </a:lnTo>
                  <a:close/>
                  <a:moveTo>
                    <a:pt x="16867759" y="25400"/>
                  </a:moveTo>
                  <a:lnTo>
                    <a:pt x="16918559" y="25400"/>
                  </a:lnTo>
                  <a:lnTo>
                    <a:pt x="16867759" y="25400"/>
                  </a:lnTo>
                  <a:close/>
                  <a:moveTo>
                    <a:pt x="16969359" y="25400"/>
                  </a:moveTo>
                  <a:lnTo>
                    <a:pt x="17020159" y="25400"/>
                  </a:lnTo>
                  <a:lnTo>
                    <a:pt x="16969359" y="25400"/>
                  </a:lnTo>
                  <a:close/>
                  <a:moveTo>
                    <a:pt x="17070959" y="25400"/>
                  </a:moveTo>
                  <a:lnTo>
                    <a:pt x="17121759" y="25400"/>
                  </a:lnTo>
                  <a:lnTo>
                    <a:pt x="17070959" y="25400"/>
                  </a:lnTo>
                  <a:close/>
                  <a:moveTo>
                    <a:pt x="17172559" y="25400"/>
                  </a:moveTo>
                  <a:lnTo>
                    <a:pt x="17223359" y="25400"/>
                  </a:lnTo>
                  <a:lnTo>
                    <a:pt x="17172559" y="25400"/>
                  </a:lnTo>
                  <a:close/>
                  <a:moveTo>
                    <a:pt x="17274159" y="25400"/>
                  </a:moveTo>
                  <a:lnTo>
                    <a:pt x="17324959" y="25400"/>
                  </a:lnTo>
                  <a:lnTo>
                    <a:pt x="17274159" y="25400"/>
                  </a:lnTo>
                  <a:close/>
                  <a:moveTo>
                    <a:pt x="17375759" y="25400"/>
                  </a:moveTo>
                  <a:lnTo>
                    <a:pt x="17426559" y="25400"/>
                  </a:lnTo>
                  <a:lnTo>
                    <a:pt x="17375759" y="25400"/>
                  </a:lnTo>
                  <a:close/>
                  <a:moveTo>
                    <a:pt x="17477359" y="25400"/>
                  </a:moveTo>
                  <a:lnTo>
                    <a:pt x="17528159" y="25400"/>
                  </a:lnTo>
                  <a:lnTo>
                    <a:pt x="17477359" y="25400"/>
                  </a:lnTo>
                  <a:close/>
                  <a:moveTo>
                    <a:pt x="17578959" y="25400"/>
                  </a:moveTo>
                  <a:lnTo>
                    <a:pt x="17629759" y="25400"/>
                  </a:lnTo>
                  <a:lnTo>
                    <a:pt x="17578959" y="25400"/>
                  </a:lnTo>
                  <a:close/>
                  <a:moveTo>
                    <a:pt x="17680559" y="25400"/>
                  </a:moveTo>
                  <a:lnTo>
                    <a:pt x="17731359" y="25400"/>
                  </a:lnTo>
                  <a:lnTo>
                    <a:pt x="17680559" y="25400"/>
                  </a:lnTo>
                  <a:close/>
                  <a:moveTo>
                    <a:pt x="17782159" y="25400"/>
                  </a:moveTo>
                  <a:lnTo>
                    <a:pt x="17832959" y="25400"/>
                  </a:lnTo>
                  <a:lnTo>
                    <a:pt x="17782159" y="25400"/>
                  </a:lnTo>
                  <a:close/>
                  <a:moveTo>
                    <a:pt x="17883759" y="25400"/>
                  </a:moveTo>
                  <a:lnTo>
                    <a:pt x="17934559" y="25400"/>
                  </a:lnTo>
                  <a:lnTo>
                    <a:pt x="17883759" y="25400"/>
                  </a:lnTo>
                  <a:close/>
                  <a:moveTo>
                    <a:pt x="17985359" y="25400"/>
                  </a:moveTo>
                  <a:lnTo>
                    <a:pt x="18036159" y="25400"/>
                  </a:lnTo>
                  <a:lnTo>
                    <a:pt x="17985359" y="25400"/>
                  </a:lnTo>
                  <a:close/>
                  <a:moveTo>
                    <a:pt x="18086959" y="25400"/>
                  </a:moveTo>
                  <a:lnTo>
                    <a:pt x="18137759" y="25400"/>
                  </a:lnTo>
                  <a:lnTo>
                    <a:pt x="18086959" y="25400"/>
                  </a:lnTo>
                  <a:close/>
                  <a:moveTo>
                    <a:pt x="18188559" y="25400"/>
                  </a:moveTo>
                  <a:lnTo>
                    <a:pt x="18239359" y="25400"/>
                  </a:lnTo>
                  <a:lnTo>
                    <a:pt x="18188559" y="25400"/>
                  </a:lnTo>
                  <a:close/>
                  <a:moveTo>
                    <a:pt x="18290159" y="25400"/>
                  </a:moveTo>
                  <a:lnTo>
                    <a:pt x="18340959" y="25400"/>
                  </a:lnTo>
                  <a:lnTo>
                    <a:pt x="18290159" y="25400"/>
                  </a:lnTo>
                  <a:close/>
                  <a:moveTo>
                    <a:pt x="18391759" y="25400"/>
                  </a:moveTo>
                  <a:lnTo>
                    <a:pt x="18442559" y="25400"/>
                  </a:lnTo>
                  <a:lnTo>
                    <a:pt x="18391759" y="25400"/>
                  </a:lnTo>
                  <a:close/>
                  <a:moveTo>
                    <a:pt x="18493359" y="25400"/>
                  </a:moveTo>
                  <a:lnTo>
                    <a:pt x="18544159" y="25400"/>
                  </a:lnTo>
                  <a:lnTo>
                    <a:pt x="18493359" y="25400"/>
                  </a:lnTo>
                  <a:close/>
                  <a:moveTo>
                    <a:pt x="18594959" y="25400"/>
                  </a:moveTo>
                  <a:lnTo>
                    <a:pt x="18645759" y="25400"/>
                  </a:lnTo>
                  <a:lnTo>
                    <a:pt x="18594959" y="25400"/>
                  </a:lnTo>
                  <a:close/>
                  <a:moveTo>
                    <a:pt x="18696559" y="25400"/>
                  </a:moveTo>
                  <a:lnTo>
                    <a:pt x="18747359" y="25400"/>
                  </a:lnTo>
                  <a:lnTo>
                    <a:pt x="18696559" y="25400"/>
                  </a:lnTo>
                  <a:close/>
                  <a:moveTo>
                    <a:pt x="18798159" y="25400"/>
                  </a:moveTo>
                  <a:lnTo>
                    <a:pt x="18848959" y="25400"/>
                  </a:lnTo>
                  <a:lnTo>
                    <a:pt x="18798159" y="25400"/>
                  </a:lnTo>
                  <a:close/>
                  <a:moveTo>
                    <a:pt x="18899759" y="25400"/>
                  </a:moveTo>
                  <a:lnTo>
                    <a:pt x="18950559" y="25400"/>
                  </a:lnTo>
                  <a:lnTo>
                    <a:pt x="18899759" y="25400"/>
                  </a:lnTo>
                  <a:close/>
                  <a:moveTo>
                    <a:pt x="19001359" y="25400"/>
                  </a:moveTo>
                  <a:lnTo>
                    <a:pt x="19052159" y="25400"/>
                  </a:lnTo>
                  <a:lnTo>
                    <a:pt x="19001359" y="25400"/>
                  </a:lnTo>
                  <a:close/>
                  <a:moveTo>
                    <a:pt x="19102959" y="25400"/>
                  </a:moveTo>
                  <a:lnTo>
                    <a:pt x="19153759" y="25400"/>
                  </a:lnTo>
                  <a:lnTo>
                    <a:pt x="19102959" y="25400"/>
                  </a:lnTo>
                  <a:close/>
                  <a:moveTo>
                    <a:pt x="19204559" y="25400"/>
                  </a:moveTo>
                  <a:lnTo>
                    <a:pt x="19255359" y="25400"/>
                  </a:lnTo>
                  <a:lnTo>
                    <a:pt x="19204559" y="25400"/>
                  </a:lnTo>
                  <a:close/>
                  <a:moveTo>
                    <a:pt x="19306159" y="25400"/>
                  </a:moveTo>
                  <a:lnTo>
                    <a:pt x="19356959" y="25400"/>
                  </a:lnTo>
                  <a:lnTo>
                    <a:pt x="19306159" y="25400"/>
                  </a:lnTo>
                  <a:close/>
                  <a:moveTo>
                    <a:pt x="19407759" y="25400"/>
                  </a:moveTo>
                  <a:lnTo>
                    <a:pt x="19458559" y="25400"/>
                  </a:lnTo>
                  <a:lnTo>
                    <a:pt x="19407759" y="25400"/>
                  </a:lnTo>
                  <a:close/>
                  <a:moveTo>
                    <a:pt x="19509359" y="25400"/>
                  </a:moveTo>
                  <a:lnTo>
                    <a:pt x="19560159" y="25400"/>
                  </a:lnTo>
                  <a:lnTo>
                    <a:pt x="19509359" y="25400"/>
                  </a:lnTo>
                  <a:close/>
                  <a:moveTo>
                    <a:pt x="19610959" y="25400"/>
                  </a:moveTo>
                  <a:lnTo>
                    <a:pt x="19661759" y="25400"/>
                  </a:lnTo>
                  <a:lnTo>
                    <a:pt x="19610959" y="25400"/>
                  </a:lnTo>
                  <a:close/>
                  <a:moveTo>
                    <a:pt x="19712559" y="25400"/>
                  </a:moveTo>
                  <a:lnTo>
                    <a:pt x="19763359" y="25400"/>
                  </a:lnTo>
                  <a:lnTo>
                    <a:pt x="19712559" y="25400"/>
                  </a:lnTo>
                  <a:close/>
                  <a:moveTo>
                    <a:pt x="19814159" y="25400"/>
                  </a:moveTo>
                  <a:lnTo>
                    <a:pt x="19864959" y="25400"/>
                  </a:lnTo>
                  <a:lnTo>
                    <a:pt x="19814159" y="25400"/>
                  </a:lnTo>
                  <a:close/>
                  <a:moveTo>
                    <a:pt x="19915759" y="25400"/>
                  </a:moveTo>
                  <a:lnTo>
                    <a:pt x="19966559" y="25400"/>
                  </a:lnTo>
                  <a:lnTo>
                    <a:pt x="19915759" y="25400"/>
                  </a:lnTo>
                  <a:close/>
                  <a:moveTo>
                    <a:pt x="20017359" y="25400"/>
                  </a:moveTo>
                  <a:lnTo>
                    <a:pt x="20068159" y="25400"/>
                  </a:lnTo>
                  <a:lnTo>
                    <a:pt x="20017359" y="25400"/>
                  </a:lnTo>
                  <a:close/>
                  <a:moveTo>
                    <a:pt x="20118959" y="25400"/>
                  </a:moveTo>
                  <a:lnTo>
                    <a:pt x="20169759" y="25400"/>
                  </a:lnTo>
                  <a:lnTo>
                    <a:pt x="20118959" y="25400"/>
                  </a:lnTo>
                  <a:close/>
                  <a:moveTo>
                    <a:pt x="20220559" y="25400"/>
                  </a:moveTo>
                  <a:lnTo>
                    <a:pt x="20271359" y="25400"/>
                  </a:lnTo>
                  <a:lnTo>
                    <a:pt x="20220559" y="25400"/>
                  </a:lnTo>
                  <a:close/>
                  <a:moveTo>
                    <a:pt x="20322159" y="25400"/>
                  </a:moveTo>
                  <a:lnTo>
                    <a:pt x="20372959" y="25400"/>
                  </a:lnTo>
                  <a:lnTo>
                    <a:pt x="20322159" y="25400"/>
                  </a:lnTo>
                  <a:close/>
                  <a:moveTo>
                    <a:pt x="20423759" y="25400"/>
                  </a:moveTo>
                  <a:lnTo>
                    <a:pt x="20474559" y="25400"/>
                  </a:lnTo>
                  <a:lnTo>
                    <a:pt x="20423759" y="25400"/>
                  </a:lnTo>
                  <a:close/>
                  <a:moveTo>
                    <a:pt x="20525359" y="25400"/>
                  </a:moveTo>
                  <a:lnTo>
                    <a:pt x="20576159" y="25400"/>
                  </a:lnTo>
                  <a:lnTo>
                    <a:pt x="20525359" y="25400"/>
                  </a:lnTo>
                  <a:close/>
                  <a:moveTo>
                    <a:pt x="20626959" y="25400"/>
                  </a:moveTo>
                  <a:lnTo>
                    <a:pt x="20677759" y="25400"/>
                  </a:lnTo>
                  <a:lnTo>
                    <a:pt x="20626959" y="25400"/>
                  </a:lnTo>
                  <a:close/>
                  <a:moveTo>
                    <a:pt x="20728559" y="25400"/>
                  </a:moveTo>
                  <a:lnTo>
                    <a:pt x="20779359" y="25400"/>
                  </a:lnTo>
                  <a:lnTo>
                    <a:pt x="20728559" y="25400"/>
                  </a:lnTo>
                  <a:close/>
                  <a:moveTo>
                    <a:pt x="20830159" y="25400"/>
                  </a:moveTo>
                  <a:lnTo>
                    <a:pt x="20880959" y="25400"/>
                  </a:lnTo>
                  <a:lnTo>
                    <a:pt x="20830159" y="25400"/>
                  </a:lnTo>
                  <a:close/>
                  <a:moveTo>
                    <a:pt x="20931759" y="25400"/>
                  </a:moveTo>
                  <a:lnTo>
                    <a:pt x="20982559" y="25400"/>
                  </a:lnTo>
                  <a:lnTo>
                    <a:pt x="20931759" y="25400"/>
                  </a:lnTo>
                  <a:close/>
                  <a:moveTo>
                    <a:pt x="21033359" y="25400"/>
                  </a:moveTo>
                  <a:lnTo>
                    <a:pt x="21084159" y="25400"/>
                  </a:lnTo>
                  <a:lnTo>
                    <a:pt x="21033359" y="25400"/>
                  </a:lnTo>
                  <a:close/>
                  <a:moveTo>
                    <a:pt x="21134959" y="25400"/>
                  </a:moveTo>
                  <a:lnTo>
                    <a:pt x="21185759" y="25400"/>
                  </a:lnTo>
                  <a:lnTo>
                    <a:pt x="21134959" y="25400"/>
                  </a:lnTo>
                  <a:close/>
                  <a:moveTo>
                    <a:pt x="21236559" y="25400"/>
                  </a:moveTo>
                  <a:lnTo>
                    <a:pt x="21287359" y="25400"/>
                  </a:lnTo>
                  <a:lnTo>
                    <a:pt x="21236559" y="25400"/>
                  </a:lnTo>
                  <a:close/>
                  <a:moveTo>
                    <a:pt x="21338159" y="25400"/>
                  </a:moveTo>
                  <a:lnTo>
                    <a:pt x="21388959" y="25400"/>
                  </a:lnTo>
                  <a:lnTo>
                    <a:pt x="21338159" y="25400"/>
                  </a:lnTo>
                  <a:close/>
                  <a:moveTo>
                    <a:pt x="21439759" y="25400"/>
                  </a:moveTo>
                  <a:lnTo>
                    <a:pt x="21490559" y="25400"/>
                  </a:lnTo>
                  <a:lnTo>
                    <a:pt x="21439759" y="25400"/>
                  </a:lnTo>
                  <a:close/>
                  <a:moveTo>
                    <a:pt x="21541359" y="25400"/>
                  </a:moveTo>
                  <a:lnTo>
                    <a:pt x="21592159" y="25400"/>
                  </a:lnTo>
                  <a:lnTo>
                    <a:pt x="21541359" y="25400"/>
                  </a:lnTo>
                  <a:close/>
                  <a:moveTo>
                    <a:pt x="21642959" y="25400"/>
                  </a:moveTo>
                  <a:lnTo>
                    <a:pt x="21693759" y="25400"/>
                  </a:lnTo>
                  <a:lnTo>
                    <a:pt x="21642959" y="25400"/>
                  </a:lnTo>
                  <a:close/>
                  <a:moveTo>
                    <a:pt x="21744559" y="25400"/>
                  </a:moveTo>
                  <a:lnTo>
                    <a:pt x="21795359" y="25400"/>
                  </a:lnTo>
                  <a:lnTo>
                    <a:pt x="21744559" y="25400"/>
                  </a:lnTo>
                  <a:close/>
                  <a:moveTo>
                    <a:pt x="21846159" y="25400"/>
                  </a:moveTo>
                  <a:lnTo>
                    <a:pt x="21896959" y="25400"/>
                  </a:lnTo>
                  <a:lnTo>
                    <a:pt x="21846159" y="25400"/>
                  </a:lnTo>
                  <a:close/>
                  <a:moveTo>
                    <a:pt x="21947759" y="25400"/>
                  </a:moveTo>
                  <a:lnTo>
                    <a:pt x="21998559" y="25400"/>
                  </a:lnTo>
                  <a:lnTo>
                    <a:pt x="21947759" y="25400"/>
                  </a:lnTo>
                  <a:close/>
                  <a:moveTo>
                    <a:pt x="22049359" y="25400"/>
                  </a:moveTo>
                  <a:lnTo>
                    <a:pt x="22100159" y="25400"/>
                  </a:lnTo>
                  <a:lnTo>
                    <a:pt x="22049359" y="25400"/>
                  </a:lnTo>
                  <a:close/>
                  <a:moveTo>
                    <a:pt x="22150959" y="25400"/>
                  </a:moveTo>
                  <a:lnTo>
                    <a:pt x="22201759" y="25400"/>
                  </a:lnTo>
                  <a:lnTo>
                    <a:pt x="22150959" y="25400"/>
                  </a:lnTo>
                  <a:close/>
                  <a:moveTo>
                    <a:pt x="22252559" y="25400"/>
                  </a:moveTo>
                  <a:lnTo>
                    <a:pt x="22303359" y="25400"/>
                  </a:lnTo>
                  <a:lnTo>
                    <a:pt x="22252559" y="25400"/>
                  </a:lnTo>
                  <a:close/>
                  <a:moveTo>
                    <a:pt x="22354159" y="25400"/>
                  </a:moveTo>
                  <a:lnTo>
                    <a:pt x="22358477" y="25400"/>
                  </a:lnTo>
                  <a:lnTo>
                    <a:pt x="22358477" y="12700"/>
                  </a:lnTo>
                  <a:lnTo>
                    <a:pt x="22358477" y="0"/>
                  </a:lnTo>
                  <a:cubicBezTo>
                    <a:pt x="22374352" y="0"/>
                    <a:pt x="22390100" y="381"/>
                    <a:pt x="22405848" y="1016"/>
                  </a:cubicBezTo>
                  <a:lnTo>
                    <a:pt x="22404832" y="26416"/>
                  </a:lnTo>
                  <a:cubicBezTo>
                    <a:pt x="22389466" y="25781"/>
                    <a:pt x="22374098" y="25527"/>
                    <a:pt x="22358604" y="25527"/>
                  </a:cubicBezTo>
                  <a:lnTo>
                    <a:pt x="22354287" y="25527"/>
                  </a:lnTo>
                  <a:close/>
                  <a:moveTo>
                    <a:pt x="22457029" y="29718"/>
                  </a:moveTo>
                  <a:cubicBezTo>
                    <a:pt x="22474174" y="31115"/>
                    <a:pt x="22491191" y="33020"/>
                    <a:pt x="22508083" y="35179"/>
                  </a:cubicBezTo>
                  <a:lnTo>
                    <a:pt x="22504781" y="60325"/>
                  </a:lnTo>
                  <a:cubicBezTo>
                    <a:pt x="22488271" y="58166"/>
                    <a:pt x="22471634" y="56388"/>
                    <a:pt x="22454742" y="54991"/>
                  </a:cubicBezTo>
                  <a:close/>
                  <a:moveTo>
                    <a:pt x="22556597" y="68199"/>
                  </a:moveTo>
                  <a:cubicBezTo>
                    <a:pt x="22573489" y="71120"/>
                    <a:pt x="22590252" y="74549"/>
                    <a:pt x="22606890" y="78232"/>
                  </a:cubicBezTo>
                  <a:lnTo>
                    <a:pt x="22601428" y="102997"/>
                  </a:lnTo>
                  <a:cubicBezTo>
                    <a:pt x="22585172" y="99441"/>
                    <a:pt x="22568790" y="96139"/>
                    <a:pt x="22552279" y="93218"/>
                  </a:cubicBezTo>
                  <a:close/>
                  <a:moveTo>
                    <a:pt x="22652482" y="115443"/>
                  </a:moveTo>
                  <a:cubicBezTo>
                    <a:pt x="22668991" y="119888"/>
                    <a:pt x="22685375" y="124714"/>
                    <a:pt x="22701631" y="129921"/>
                  </a:cubicBezTo>
                  <a:lnTo>
                    <a:pt x="22693884" y="154178"/>
                  </a:lnTo>
                  <a:cubicBezTo>
                    <a:pt x="22678009" y="149098"/>
                    <a:pt x="22662007" y="144399"/>
                    <a:pt x="22645878" y="140081"/>
                  </a:cubicBezTo>
                  <a:close/>
                  <a:moveTo>
                    <a:pt x="22743667" y="171323"/>
                  </a:moveTo>
                  <a:cubicBezTo>
                    <a:pt x="22759670" y="177292"/>
                    <a:pt x="22775672" y="183515"/>
                    <a:pt x="22791292" y="190119"/>
                  </a:cubicBezTo>
                  <a:lnTo>
                    <a:pt x="22781388" y="213487"/>
                  </a:lnTo>
                  <a:cubicBezTo>
                    <a:pt x="22766020" y="207010"/>
                    <a:pt x="22750526" y="200914"/>
                    <a:pt x="22734778" y="195072"/>
                  </a:cubicBezTo>
                  <a:close/>
                  <a:moveTo>
                    <a:pt x="22829392" y="234950"/>
                  </a:moveTo>
                  <a:cubicBezTo>
                    <a:pt x="22844888" y="242316"/>
                    <a:pt x="22860127" y="249936"/>
                    <a:pt x="22875241" y="257937"/>
                  </a:cubicBezTo>
                  <a:lnTo>
                    <a:pt x="22863302" y="280416"/>
                  </a:lnTo>
                  <a:cubicBezTo>
                    <a:pt x="22848570" y="272542"/>
                    <a:pt x="22833584" y="265049"/>
                    <a:pt x="22818471" y="257937"/>
                  </a:cubicBezTo>
                  <a:close/>
                  <a:moveTo>
                    <a:pt x="22909149" y="306070"/>
                  </a:moveTo>
                  <a:cubicBezTo>
                    <a:pt x="22923881" y="314833"/>
                    <a:pt x="22938487" y="323850"/>
                    <a:pt x="22952710" y="333121"/>
                  </a:cubicBezTo>
                  <a:lnTo>
                    <a:pt x="22938866" y="354457"/>
                  </a:lnTo>
                  <a:cubicBezTo>
                    <a:pt x="22924897" y="345313"/>
                    <a:pt x="22910673" y="336550"/>
                    <a:pt x="22896195" y="328041"/>
                  </a:cubicBezTo>
                  <a:close/>
                  <a:moveTo>
                    <a:pt x="22982174" y="384175"/>
                  </a:moveTo>
                  <a:cubicBezTo>
                    <a:pt x="22996144" y="394208"/>
                    <a:pt x="23009733" y="404495"/>
                    <a:pt x="23023195" y="415036"/>
                  </a:cubicBezTo>
                  <a:lnTo>
                    <a:pt x="23007447" y="434975"/>
                  </a:lnTo>
                  <a:cubicBezTo>
                    <a:pt x="22994367" y="424561"/>
                    <a:pt x="22980904" y="414528"/>
                    <a:pt x="22967316" y="404749"/>
                  </a:cubicBezTo>
                  <a:close/>
                  <a:moveTo>
                    <a:pt x="23047960" y="468249"/>
                  </a:moveTo>
                  <a:cubicBezTo>
                    <a:pt x="23060915" y="479425"/>
                    <a:pt x="23073615" y="490855"/>
                    <a:pt x="23086060" y="502666"/>
                  </a:cubicBezTo>
                  <a:lnTo>
                    <a:pt x="23068662" y="521081"/>
                  </a:lnTo>
                  <a:cubicBezTo>
                    <a:pt x="23056469" y="509651"/>
                    <a:pt x="23044023" y="498348"/>
                    <a:pt x="23031323" y="487426"/>
                  </a:cubicBezTo>
                  <a:close/>
                  <a:moveTo>
                    <a:pt x="23105999" y="557911"/>
                  </a:moveTo>
                  <a:cubicBezTo>
                    <a:pt x="23117938" y="570230"/>
                    <a:pt x="23129621" y="582803"/>
                    <a:pt x="23140924" y="595630"/>
                  </a:cubicBezTo>
                  <a:lnTo>
                    <a:pt x="23121874" y="612521"/>
                  </a:lnTo>
                  <a:cubicBezTo>
                    <a:pt x="23110825" y="599948"/>
                    <a:pt x="23099395" y="587756"/>
                    <a:pt x="23087712" y="575691"/>
                  </a:cubicBezTo>
                  <a:close/>
                  <a:moveTo>
                    <a:pt x="23155783" y="652526"/>
                  </a:moveTo>
                  <a:cubicBezTo>
                    <a:pt x="23166578" y="665861"/>
                    <a:pt x="23176991" y="679323"/>
                    <a:pt x="23187152" y="693166"/>
                  </a:cubicBezTo>
                  <a:lnTo>
                    <a:pt x="23166705" y="708279"/>
                  </a:lnTo>
                  <a:cubicBezTo>
                    <a:pt x="23156799" y="694817"/>
                    <a:pt x="23146513" y="681609"/>
                    <a:pt x="23135971" y="668528"/>
                  </a:cubicBezTo>
                  <a:close/>
                  <a:moveTo>
                    <a:pt x="23196931" y="751205"/>
                  </a:moveTo>
                  <a:cubicBezTo>
                    <a:pt x="23206456" y="765429"/>
                    <a:pt x="23215727" y="779780"/>
                    <a:pt x="23224616" y="794385"/>
                  </a:cubicBezTo>
                  <a:lnTo>
                    <a:pt x="23202900" y="807593"/>
                  </a:lnTo>
                  <a:cubicBezTo>
                    <a:pt x="23194138" y="793242"/>
                    <a:pt x="23185120" y="779145"/>
                    <a:pt x="23175849" y="765302"/>
                  </a:cubicBezTo>
                  <a:close/>
                  <a:moveTo>
                    <a:pt x="23229190" y="853059"/>
                  </a:moveTo>
                  <a:cubicBezTo>
                    <a:pt x="23237444" y="868045"/>
                    <a:pt x="23245317" y="883158"/>
                    <a:pt x="23252812" y="898525"/>
                  </a:cubicBezTo>
                  <a:lnTo>
                    <a:pt x="23229951" y="909701"/>
                  </a:lnTo>
                  <a:cubicBezTo>
                    <a:pt x="23222585" y="894715"/>
                    <a:pt x="23214839" y="879856"/>
                    <a:pt x="23206838" y="865251"/>
                  </a:cubicBezTo>
                  <a:close/>
                  <a:moveTo>
                    <a:pt x="23252049" y="957453"/>
                  </a:moveTo>
                  <a:cubicBezTo>
                    <a:pt x="23258907" y="973074"/>
                    <a:pt x="23265384" y="988949"/>
                    <a:pt x="23271480" y="1004951"/>
                  </a:cubicBezTo>
                  <a:lnTo>
                    <a:pt x="23247731" y="1014095"/>
                  </a:lnTo>
                  <a:cubicBezTo>
                    <a:pt x="23241763" y="998474"/>
                    <a:pt x="23235413" y="982980"/>
                    <a:pt x="23228681" y="967740"/>
                  </a:cubicBezTo>
                  <a:close/>
                  <a:moveTo>
                    <a:pt x="23265384" y="1063625"/>
                  </a:moveTo>
                  <a:cubicBezTo>
                    <a:pt x="23270717" y="1079881"/>
                    <a:pt x="23275798" y="1096137"/>
                    <a:pt x="23280497" y="1112647"/>
                  </a:cubicBezTo>
                  <a:lnTo>
                    <a:pt x="23256114" y="1119505"/>
                  </a:lnTo>
                  <a:cubicBezTo>
                    <a:pt x="23251542" y="1103376"/>
                    <a:pt x="23246589" y="1087374"/>
                    <a:pt x="23241381" y="1071499"/>
                  </a:cubicBezTo>
                  <a:close/>
                  <a:moveTo>
                    <a:pt x="23269321" y="1170305"/>
                  </a:moveTo>
                  <a:cubicBezTo>
                    <a:pt x="23273258" y="1186942"/>
                    <a:pt x="23276815" y="1203706"/>
                    <a:pt x="23279863" y="1220597"/>
                  </a:cubicBezTo>
                  <a:lnTo>
                    <a:pt x="23254842" y="1225296"/>
                  </a:lnTo>
                  <a:cubicBezTo>
                    <a:pt x="23251795" y="1208786"/>
                    <a:pt x="23248240" y="1192403"/>
                    <a:pt x="23244429" y="1176147"/>
                  </a:cubicBezTo>
                  <a:close/>
                  <a:moveTo>
                    <a:pt x="23263352" y="1276985"/>
                  </a:moveTo>
                  <a:cubicBezTo>
                    <a:pt x="23265766" y="1293876"/>
                    <a:pt x="23267797" y="1311021"/>
                    <a:pt x="23269448" y="1328166"/>
                  </a:cubicBezTo>
                  <a:lnTo>
                    <a:pt x="23244175" y="1330579"/>
                  </a:lnTo>
                  <a:cubicBezTo>
                    <a:pt x="23242524" y="1313815"/>
                    <a:pt x="23240619" y="1297051"/>
                    <a:pt x="23238206" y="1280541"/>
                  </a:cubicBezTo>
                  <a:close/>
                  <a:moveTo>
                    <a:pt x="23247985" y="1382649"/>
                  </a:moveTo>
                  <a:cubicBezTo>
                    <a:pt x="23248874" y="1399794"/>
                    <a:pt x="23249382" y="1416939"/>
                    <a:pt x="23249382" y="1434211"/>
                  </a:cubicBezTo>
                  <a:lnTo>
                    <a:pt x="23223982" y="1434338"/>
                  </a:lnTo>
                  <a:cubicBezTo>
                    <a:pt x="23223855" y="1417447"/>
                    <a:pt x="23223347" y="1400556"/>
                    <a:pt x="23222585" y="1383919"/>
                  </a:cubicBezTo>
                  <a:close/>
                  <a:moveTo>
                    <a:pt x="23224109" y="1486408"/>
                  </a:moveTo>
                  <a:lnTo>
                    <a:pt x="23224109" y="1537208"/>
                  </a:lnTo>
                  <a:lnTo>
                    <a:pt x="23198709" y="1537208"/>
                  </a:lnTo>
                  <a:lnTo>
                    <a:pt x="23198709" y="1486408"/>
                  </a:lnTo>
                  <a:close/>
                  <a:moveTo>
                    <a:pt x="23198709" y="1588008"/>
                  </a:moveTo>
                  <a:lnTo>
                    <a:pt x="23198709" y="1638808"/>
                  </a:lnTo>
                  <a:lnTo>
                    <a:pt x="23173309" y="1638808"/>
                  </a:lnTo>
                  <a:lnTo>
                    <a:pt x="23173309" y="1588008"/>
                  </a:lnTo>
                  <a:close/>
                  <a:moveTo>
                    <a:pt x="23173309" y="1689608"/>
                  </a:moveTo>
                  <a:lnTo>
                    <a:pt x="23173309" y="1740408"/>
                  </a:lnTo>
                  <a:lnTo>
                    <a:pt x="23147909" y="1740408"/>
                  </a:lnTo>
                  <a:lnTo>
                    <a:pt x="23147909" y="1689608"/>
                  </a:lnTo>
                  <a:close/>
                  <a:moveTo>
                    <a:pt x="23147909" y="1791208"/>
                  </a:moveTo>
                  <a:lnTo>
                    <a:pt x="23147909" y="1842008"/>
                  </a:lnTo>
                  <a:lnTo>
                    <a:pt x="23122509" y="1842008"/>
                  </a:lnTo>
                  <a:lnTo>
                    <a:pt x="23122509" y="1791208"/>
                  </a:lnTo>
                  <a:close/>
                  <a:moveTo>
                    <a:pt x="23122509" y="1892808"/>
                  </a:moveTo>
                  <a:lnTo>
                    <a:pt x="23122509" y="1943608"/>
                  </a:lnTo>
                  <a:lnTo>
                    <a:pt x="23097109" y="1943608"/>
                  </a:lnTo>
                  <a:lnTo>
                    <a:pt x="23097109" y="1892808"/>
                  </a:lnTo>
                  <a:close/>
                  <a:moveTo>
                    <a:pt x="23097109" y="1994408"/>
                  </a:moveTo>
                  <a:lnTo>
                    <a:pt x="23097109" y="2045208"/>
                  </a:lnTo>
                  <a:lnTo>
                    <a:pt x="23071709" y="2045208"/>
                  </a:lnTo>
                  <a:lnTo>
                    <a:pt x="23071709" y="1994408"/>
                  </a:lnTo>
                  <a:close/>
                  <a:moveTo>
                    <a:pt x="23071709" y="2096008"/>
                  </a:moveTo>
                  <a:lnTo>
                    <a:pt x="23071709" y="2146808"/>
                  </a:lnTo>
                  <a:lnTo>
                    <a:pt x="23046309" y="2146808"/>
                  </a:lnTo>
                  <a:lnTo>
                    <a:pt x="23046309" y="2096008"/>
                  </a:lnTo>
                  <a:close/>
                  <a:moveTo>
                    <a:pt x="23046309" y="2197608"/>
                  </a:moveTo>
                  <a:lnTo>
                    <a:pt x="23046309" y="2248408"/>
                  </a:lnTo>
                  <a:lnTo>
                    <a:pt x="23020909" y="2248408"/>
                  </a:lnTo>
                  <a:lnTo>
                    <a:pt x="23020909" y="2197608"/>
                  </a:lnTo>
                  <a:close/>
                  <a:moveTo>
                    <a:pt x="23020909" y="2299208"/>
                  </a:moveTo>
                  <a:lnTo>
                    <a:pt x="23020909" y="2350008"/>
                  </a:lnTo>
                  <a:lnTo>
                    <a:pt x="22995509" y="2350008"/>
                  </a:lnTo>
                  <a:lnTo>
                    <a:pt x="22995509" y="2299208"/>
                  </a:lnTo>
                  <a:close/>
                  <a:moveTo>
                    <a:pt x="22995509" y="2400808"/>
                  </a:moveTo>
                  <a:lnTo>
                    <a:pt x="22995509" y="2451608"/>
                  </a:lnTo>
                  <a:lnTo>
                    <a:pt x="22970109" y="2451608"/>
                  </a:lnTo>
                  <a:lnTo>
                    <a:pt x="22970109" y="2400808"/>
                  </a:lnTo>
                  <a:close/>
                  <a:moveTo>
                    <a:pt x="22970109" y="2502408"/>
                  </a:moveTo>
                  <a:lnTo>
                    <a:pt x="22970109" y="2553208"/>
                  </a:lnTo>
                  <a:lnTo>
                    <a:pt x="22944709" y="2553208"/>
                  </a:lnTo>
                  <a:lnTo>
                    <a:pt x="22944709" y="2502408"/>
                  </a:lnTo>
                  <a:close/>
                  <a:moveTo>
                    <a:pt x="22944709" y="2604008"/>
                  </a:moveTo>
                  <a:lnTo>
                    <a:pt x="22944709" y="2654808"/>
                  </a:lnTo>
                  <a:lnTo>
                    <a:pt x="22919309" y="2654808"/>
                  </a:lnTo>
                  <a:lnTo>
                    <a:pt x="22919309" y="2604008"/>
                  </a:lnTo>
                  <a:close/>
                  <a:moveTo>
                    <a:pt x="22919309" y="2705608"/>
                  </a:moveTo>
                  <a:lnTo>
                    <a:pt x="22919309" y="2756408"/>
                  </a:lnTo>
                  <a:lnTo>
                    <a:pt x="22893909" y="2756408"/>
                  </a:lnTo>
                  <a:lnTo>
                    <a:pt x="22893909" y="2705608"/>
                  </a:lnTo>
                  <a:close/>
                  <a:moveTo>
                    <a:pt x="22893909" y="2807208"/>
                  </a:moveTo>
                  <a:lnTo>
                    <a:pt x="22893909" y="2858008"/>
                  </a:lnTo>
                  <a:lnTo>
                    <a:pt x="22868509" y="2858008"/>
                  </a:lnTo>
                  <a:lnTo>
                    <a:pt x="22868509" y="2807208"/>
                  </a:lnTo>
                  <a:close/>
                  <a:moveTo>
                    <a:pt x="22868509" y="2908808"/>
                  </a:moveTo>
                  <a:lnTo>
                    <a:pt x="22868509" y="2959608"/>
                  </a:lnTo>
                  <a:lnTo>
                    <a:pt x="22843109" y="2959608"/>
                  </a:lnTo>
                  <a:lnTo>
                    <a:pt x="22843109" y="2908808"/>
                  </a:lnTo>
                  <a:close/>
                  <a:moveTo>
                    <a:pt x="22843109" y="3010408"/>
                  </a:moveTo>
                  <a:lnTo>
                    <a:pt x="22843109" y="3061208"/>
                  </a:lnTo>
                  <a:lnTo>
                    <a:pt x="22817709" y="3061208"/>
                  </a:lnTo>
                  <a:lnTo>
                    <a:pt x="22817709" y="3010408"/>
                  </a:lnTo>
                  <a:close/>
                  <a:moveTo>
                    <a:pt x="22817709" y="3112008"/>
                  </a:moveTo>
                  <a:lnTo>
                    <a:pt x="22817709" y="3162808"/>
                  </a:lnTo>
                  <a:lnTo>
                    <a:pt x="22792309" y="3162808"/>
                  </a:lnTo>
                  <a:lnTo>
                    <a:pt x="22792309" y="3112008"/>
                  </a:lnTo>
                  <a:close/>
                  <a:moveTo>
                    <a:pt x="22792309" y="3213608"/>
                  </a:moveTo>
                  <a:lnTo>
                    <a:pt x="22792309" y="3264408"/>
                  </a:lnTo>
                  <a:lnTo>
                    <a:pt x="22766909" y="3264408"/>
                  </a:lnTo>
                  <a:lnTo>
                    <a:pt x="22766909" y="3213608"/>
                  </a:lnTo>
                  <a:close/>
                  <a:moveTo>
                    <a:pt x="22766909" y="3315208"/>
                  </a:moveTo>
                  <a:lnTo>
                    <a:pt x="22766909" y="3366008"/>
                  </a:lnTo>
                  <a:lnTo>
                    <a:pt x="22741509" y="3366008"/>
                  </a:lnTo>
                  <a:lnTo>
                    <a:pt x="22741509" y="3315208"/>
                  </a:lnTo>
                  <a:close/>
                  <a:moveTo>
                    <a:pt x="22741509" y="3416808"/>
                  </a:moveTo>
                  <a:lnTo>
                    <a:pt x="22741509" y="3467608"/>
                  </a:lnTo>
                  <a:lnTo>
                    <a:pt x="22716109" y="3467608"/>
                  </a:lnTo>
                  <a:lnTo>
                    <a:pt x="22716109" y="3416808"/>
                  </a:lnTo>
                  <a:close/>
                  <a:moveTo>
                    <a:pt x="22716109" y="3518408"/>
                  </a:moveTo>
                  <a:lnTo>
                    <a:pt x="22716109" y="3569208"/>
                  </a:lnTo>
                  <a:lnTo>
                    <a:pt x="22690709" y="3569208"/>
                  </a:lnTo>
                  <a:lnTo>
                    <a:pt x="22690709" y="3518408"/>
                  </a:lnTo>
                  <a:close/>
                  <a:moveTo>
                    <a:pt x="22690709" y="3620008"/>
                  </a:moveTo>
                  <a:lnTo>
                    <a:pt x="22690709" y="3670808"/>
                  </a:lnTo>
                  <a:lnTo>
                    <a:pt x="22665309" y="3670808"/>
                  </a:lnTo>
                  <a:lnTo>
                    <a:pt x="22665309" y="3620008"/>
                  </a:lnTo>
                  <a:close/>
                  <a:moveTo>
                    <a:pt x="22665309" y="3721608"/>
                  </a:moveTo>
                  <a:lnTo>
                    <a:pt x="22665309" y="3772408"/>
                  </a:lnTo>
                  <a:lnTo>
                    <a:pt x="22639909" y="3772408"/>
                  </a:lnTo>
                  <a:lnTo>
                    <a:pt x="22639909" y="3721608"/>
                  </a:lnTo>
                  <a:close/>
                  <a:moveTo>
                    <a:pt x="22639909" y="3823208"/>
                  </a:moveTo>
                  <a:lnTo>
                    <a:pt x="22639909" y="3874008"/>
                  </a:lnTo>
                  <a:lnTo>
                    <a:pt x="22614509" y="3874008"/>
                  </a:lnTo>
                  <a:lnTo>
                    <a:pt x="22614509" y="3823208"/>
                  </a:lnTo>
                  <a:close/>
                  <a:moveTo>
                    <a:pt x="22614509" y="3924808"/>
                  </a:moveTo>
                  <a:lnTo>
                    <a:pt x="22614509" y="3975608"/>
                  </a:lnTo>
                  <a:lnTo>
                    <a:pt x="22589109" y="3975608"/>
                  </a:lnTo>
                  <a:lnTo>
                    <a:pt x="22589109" y="3924808"/>
                  </a:lnTo>
                  <a:close/>
                  <a:moveTo>
                    <a:pt x="22589109" y="4026408"/>
                  </a:moveTo>
                  <a:lnTo>
                    <a:pt x="22589109" y="4077208"/>
                  </a:lnTo>
                  <a:lnTo>
                    <a:pt x="22563709" y="4077208"/>
                  </a:lnTo>
                  <a:lnTo>
                    <a:pt x="22563709" y="4026408"/>
                  </a:lnTo>
                  <a:close/>
                  <a:moveTo>
                    <a:pt x="22563709" y="4128008"/>
                  </a:moveTo>
                  <a:lnTo>
                    <a:pt x="22563709" y="4178808"/>
                  </a:lnTo>
                  <a:lnTo>
                    <a:pt x="22538309" y="4178808"/>
                  </a:lnTo>
                  <a:lnTo>
                    <a:pt x="22538309" y="4128008"/>
                  </a:lnTo>
                  <a:close/>
                  <a:moveTo>
                    <a:pt x="22538309" y="4229608"/>
                  </a:moveTo>
                  <a:lnTo>
                    <a:pt x="22538309" y="4280408"/>
                  </a:lnTo>
                  <a:lnTo>
                    <a:pt x="22512909" y="4280408"/>
                  </a:lnTo>
                  <a:lnTo>
                    <a:pt x="22512909" y="4229608"/>
                  </a:lnTo>
                  <a:close/>
                  <a:moveTo>
                    <a:pt x="22512909" y="4331208"/>
                  </a:moveTo>
                  <a:lnTo>
                    <a:pt x="22512909" y="4382008"/>
                  </a:lnTo>
                  <a:lnTo>
                    <a:pt x="22487509" y="4382008"/>
                  </a:lnTo>
                  <a:lnTo>
                    <a:pt x="22487509" y="4331208"/>
                  </a:lnTo>
                  <a:close/>
                  <a:moveTo>
                    <a:pt x="22487509" y="4432808"/>
                  </a:moveTo>
                  <a:lnTo>
                    <a:pt x="22487509" y="4483608"/>
                  </a:lnTo>
                  <a:lnTo>
                    <a:pt x="22462109" y="4483608"/>
                  </a:lnTo>
                  <a:lnTo>
                    <a:pt x="22462109" y="4432808"/>
                  </a:lnTo>
                  <a:close/>
                  <a:moveTo>
                    <a:pt x="22462109" y="4534408"/>
                  </a:moveTo>
                  <a:lnTo>
                    <a:pt x="22462109" y="4585208"/>
                  </a:lnTo>
                  <a:lnTo>
                    <a:pt x="22436709" y="4585208"/>
                  </a:lnTo>
                  <a:lnTo>
                    <a:pt x="22436709" y="4534408"/>
                  </a:lnTo>
                  <a:close/>
                  <a:moveTo>
                    <a:pt x="22436709" y="4636008"/>
                  </a:moveTo>
                  <a:lnTo>
                    <a:pt x="22436709" y="4686808"/>
                  </a:lnTo>
                  <a:lnTo>
                    <a:pt x="22411309" y="4686808"/>
                  </a:lnTo>
                  <a:lnTo>
                    <a:pt x="22411309" y="4636008"/>
                  </a:lnTo>
                  <a:close/>
                  <a:moveTo>
                    <a:pt x="22411309" y="4737608"/>
                  </a:moveTo>
                  <a:lnTo>
                    <a:pt x="22411309" y="4788408"/>
                  </a:lnTo>
                  <a:lnTo>
                    <a:pt x="22385909" y="4788408"/>
                  </a:lnTo>
                  <a:lnTo>
                    <a:pt x="22385909" y="4737608"/>
                  </a:lnTo>
                  <a:close/>
                  <a:moveTo>
                    <a:pt x="22385909" y="4839208"/>
                  </a:moveTo>
                  <a:lnTo>
                    <a:pt x="22385909" y="4890008"/>
                  </a:lnTo>
                  <a:lnTo>
                    <a:pt x="22360509" y="4890008"/>
                  </a:lnTo>
                  <a:lnTo>
                    <a:pt x="22360509" y="4839208"/>
                  </a:lnTo>
                  <a:close/>
                  <a:moveTo>
                    <a:pt x="22360509" y="4940808"/>
                  </a:moveTo>
                  <a:lnTo>
                    <a:pt x="22360509" y="4991608"/>
                  </a:lnTo>
                  <a:lnTo>
                    <a:pt x="22335109" y="4991608"/>
                  </a:lnTo>
                  <a:lnTo>
                    <a:pt x="22335109" y="4940808"/>
                  </a:lnTo>
                  <a:close/>
                  <a:moveTo>
                    <a:pt x="22335109" y="5042408"/>
                  </a:moveTo>
                  <a:lnTo>
                    <a:pt x="22335109" y="5093208"/>
                  </a:lnTo>
                  <a:lnTo>
                    <a:pt x="22309709" y="5093208"/>
                  </a:lnTo>
                  <a:lnTo>
                    <a:pt x="22309709" y="5042408"/>
                  </a:lnTo>
                  <a:close/>
                  <a:moveTo>
                    <a:pt x="22309709" y="5144008"/>
                  </a:moveTo>
                  <a:lnTo>
                    <a:pt x="22309709" y="5194808"/>
                  </a:lnTo>
                  <a:lnTo>
                    <a:pt x="22284309" y="5194808"/>
                  </a:lnTo>
                  <a:lnTo>
                    <a:pt x="22284309" y="5144008"/>
                  </a:lnTo>
                  <a:close/>
                  <a:moveTo>
                    <a:pt x="22284309" y="5245608"/>
                  </a:moveTo>
                  <a:lnTo>
                    <a:pt x="22284309" y="5296408"/>
                  </a:lnTo>
                  <a:lnTo>
                    <a:pt x="22258909" y="5296408"/>
                  </a:lnTo>
                  <a:lnTo>
                    <a:pt x="22258909" y="5245608"/>
                  </a:lnTo>
                  <a:close/>
                  <a:moveTo>
                    <a:pt x="22258909" y="5347208"/>
                  </a:moveTo>
                  <a:lnTo>
                    <a:pt x="22258909" y="5398008"/>
                  </a:lnTo>
                  <a:lnTo>
                    <a:pt x="22233509" y="5398008"/>
                  </a:lnTo>
                  <a:lnTo>
                    <a:pt x="22233509" y="5347208"/>
                  </a:lnTo>
                  <a:close/>
                  <a:moveTo>
                    <a:pt x="22233509" y="5448808"/>
                  </a:moveTo>
                  <a:lnTo>
                    <a:pt x="22233509" y="5499608"/>
                  </a:lnTo>
                  <a:lnTo>
                    <a:pt x="22208109" y="5499608"/>
                  </a:lnTo>
                  <a:lnTo>
                    <a:pt x="22208109" y="5448808"/>
                  </a:lnTo>
                  <a:close/>
                  <a:moveTo>
                    <a:pt x="22208109" y="5550408"/>
                  </a:moveTo>
                  <a:lnTo>
                    <a:pt x="22208109" y="5601208"/>
                  </a:lnTo>
                  <a:lnTo>
                    <a:pt x="22182709" y="5601208"/>
                  </a:lnTo>
                  <a:lnTo>
                    <a:pt x="22182709" y="5550408"/>
                  </a:lnTo>
                  <a:close/>
                  <a:moveTo>
                    <a:pt x="22182709" y="5652008"/>
                  </a:moveTo>
                  <a:lnTo>
                    <a:pt x="22182709" y="5702808"/>
                  </a:lnTo>
                  <a:lnTo>
                    <a:pt x="22157309" y="5702808"/>
                  </a:lnTo>
                  <a:lnTo>
                    <a:pt x="22157309" y="5652008"/>
                  </a:lnTo>
                  <a:close/>
                  <a:moveTo>
                    <a:pt x="22157309" y="5753608"/>
                  </a:moveTo>
                  <a:lnTo>
                    <a:pt x="22157309" y="5804408"/>
                  </a:lnTo>
                  <a:lnTo>
                    <a:pt x="22131909" y="5804408"/>
                  </a:lnTo>
                  <a:lnTo>
                    <a:pt x="22131909" y="5753608"/>
                  </a:lnTo>
                  <a:close/>
                  <a:moveTo>
                    <a:pt x="22131909" y="5855208"/>
                  </a:moveTo>
                  <a:lnTo>
                    <a:pt x="22131909" y="5906008"/>
                  </a:lnTo>
                  <a:lnTo>
                    <a:pt x="22106509" y="5906008"/>
                  </a:lnTo>
                  <a:lnTo>
                    <a:pt x="22106509" y="5855208"/>
                  </a:lnTo>
                  <a:close/>
                  <a:moveTo>
                    <a:pt x="22106509" y="5956808"/>
                  </a:moveTo>
                  <a:lnTo>
                    <a:pt x="22106509" y="5970143"/>
                  </a:lnTo>
                  <a:lnTo>
                    <a:pt x="22093809" y="5970143"/>
                  </a:lnTo>
                  <a:lnTo>
                    <a:pt x="22106509" y="5970143"/>
                  </a:lnTo>
                  <a:cubicBezTo>
                    <a:pt x="22106509" y="5982970"/>
                    <a:pt x="22106255" y="5995670"/>
                    <a:pt x="22105874" y="6008370"/>
                  </a:cubicBezTo>
                  <a:lnTo>
                    <a:pt x="22080474" y="6007481"/>
                  </a:lnTo>
                  <a:cubicBezTo>
                    <a:pt x="22080855" y="5995035"/>
                    <a:pt x="22081109" y="5982589"/>
                    <a:pt x="22081109" y="5970143"/>
                  </a:cubicBezTo>
                  <a:lnTo>
                    <a:pt x="22081109" y="5956808"/>
                  </a:lnTo>
                  <a:close/>
                  <a:moveTo>
                    <a:pt x="22077680" y="6059551"/>
                  </a:moveTo>
                  <a:cubicBezTo>
                    <a:pt x="22076410" y="6076696"/>
                    <a:pt x="22074632" y="6093714"/>
                    <a:pt x="22072600" y="6110605"/>
                  </a:cubicBezTo>
                  <a:lnTo>
                    <a:pt x="22047327" y="6107557"/>
                  </a:lnTo>
                  <a:cubicBezTo>
                    <a:pt x="22049359" y="6091047"/>
                    <a:pt x="22051010" y="6074410"/>
                    <a:pt x="22052280" y="6057646"/>
                  </a:cubicBezTo>
                  <a:close/>
                  <a:moveTo>
                    <a:pt x="22039707" y="6159627"/>
                  </a:moveTo>
                  <a:cubicBezTo>
                    <a:pt x="22036914" y="6176518"/>
                    <a:pt x="22033612" y="6193282"/>
                    <a:pt x="22030055" y="6209919"/>
                  </a:cubicBezTo>
                  <a:lnTo>
                    <a:pt x="22005164" y="6204585"/>
                  </a:lnTo>
                  <a:cubicBezTo>
                    <a:pt x="22008719" y="6188329"/>
                    <a:pt x="22011766" y="6171946"/>
                    <a:pt x="22014562" y="6155436"/>
                  </a:cubicBezTo>
                  <a:close/>
                  <a:moveTo>
                    <a:pt x="21992971" y="6255766"/>
                  </a:moveTo>
                  <a:cubicBezTo>
                    <a:pt x="21988653" y="6272276"/>
                    <a:pt x="21983827" y="6288659"/>
                    <a:pt x="21978874" y="6304915"/>
                  </a:cubicBezTo>
                  <a:lnTo>
                    <a:pt x="21954616" y="6297295"/>
                  </a:lnTo>
                  <a:cubicBezTo>
                    <a:pt x="21959570" y="6281420"/>
                    <a:pt x="21964141" y="6265418"/>
                    <a:pt x="21968460" y="6249162"/>
                  </a:cubicBezTo>
                  <a:close/>
                  <a:moveTo>
                    <a:pt x="21937853" y="6347206"/>
                  </a:moveTo>
                  <a:cubicBezTo>
                    <a:pt x="21932012" y="6363335"/>
                    <a:pt x="21925789" y="6379210"/>
                    <a:pt x="21919312" y="6394958"/>
                  </a:cubicBezTo>
                  <a:lnTo>
                    <a:pt x="21895817" y="6385179"/>
                  </a:lnTo>
                  <a:cubicBezTo>
                    <a:pt x="21902167" y="6369812"/>
                    <a:pt x="21908263" y="6354191"/>
                    <a:pt x="21913977" y="6338443"/>
                  </a:cubicBezTo>
                  <a:close/>
                  <a:moveTo>
                    <a:pt x="21874607" y="6433312"/>
                  </a:moveTo>
                  <a:cubicBezTo>
                    <a:pt x="21867367" y="6448806"/>
                    <a:pt x="21859748" y="6464173"/>
                    <a:pt x="21851747" y="6479286"/>
                  </a:cubicBezTo>
                  <a:lnTo>
                    <a:pt x="21829267" y="6467475"/>
                  </a:lnTo>
                  <a:cubicBezTo>
                    <a:pt x="21837016" y="6452743"/>
                    <a:pt x="21844508" y="6437757"/>
                    <a:pt x="21851620" y="6422517"/>
                  </a:cubicBezTo>
                  <a:close/>
                  <a:moveTo>
                    <a:pt x="21803867" y="6513449"/>
                  </a:moveTo>
                  <a:cubicBezTo>
                    <a:pt x="21795232" y="6528308"/>
                    <a:pt x="21786216" y="6542786"/>
                    <a:pt x="21776944" y="6557137"/>
                  </a:cubicBezTo>
                  <a:lnTo>
                    <a:pt x="21755608" y="6543294"/>
                  </a:lnTo>
                  <a:cubicBezTo>
                    <a:pt x="21764625" y="6529197"/>
                    <a:pt x="21773389" y="6514973"/>
                    <a:pt x="21781897" y="6500495"/>
                  </a:cubicBezTo>
                  <a:close/>
                  <a:moveTo>
                    <a:pt x="21726144" y="6586728"/>
                  </a:moveTo>
                  <a:cubicBezTo>
                    <a:pt x="21716239" y="6600698"/>
                    <a:pt x="21705951" y="6614414"/>
                    <a:pt x="21695410" y="6627876"/>
                  </a:cubicBezTo>
                  <a:lnTo>
                    <a:pt x="21675344" y="6612255"/>
                  </a:lnTo>
                  <a:cubicBezTo>
                    <a:pt x="21685631" y="6599047"/>
                    <a:pt x="21695665" y="6585585"/>
                    <a:pt x="21705317" y="6571996"/>
                  </a:cubicBezTo>
                  <a:close/>
                  <a:moveTo>
                    <a:pt x="21642070" y="6652895"/>
                  </a:moveTo>
                  <a:cubicBezTo>
                    <a:pt x="21630894" y="6665849"/>
                    <a:pt x="21619465" y="6678676"/>
                    <a:pt x="21607780" y="6691122"/>
                  </a:cubicBezTo>
                  <a:lnTo>
                    <a:pt x="21589239" y="6673723"/>
                  </a:lnTo>
                  <a:cubicBezTo>
                    <a:pt x="21600667" y="6661531"/>
                    <a:pt x="21611844" y="6648958"/>
                    <a:pt x="21622767" y="6636258"/>
                  </a:cubicBezTo>
                  <a:close/>
                  <a:moveTo>
                    <a:pt x="21552663" y="6711188"/>
                  </a:moveTo>
                  <a:cubicBezTo>
                    <a:pt x="21540470" y="6723126"/>
                    <a:pt x="21527897" y="6734810"/>
                    <a:pt x="21515197" y="6746240"/>
                  </a:cubicBezTo>
                  <a:lnTo>
                    <a:pt x="21498306" y="6727317"/>
                  </a:lnTo>
                  <a:cubicBezTo>
                    <a:pt x="21510752" y="6716141"/>
                    <a:pt x="21523071" y="6704711"/>
                    <a:pt x="21535009" y="6693027"/>
                  </a:cubicBezTo>
                  <a:close/>
                  <a:moveTo>
                    <a:pt x="21458428" y="6761480"/>
                  </a:moveTo>
                  <a:cubicBezTo>
                    <a:pt x="21445220" y="6772275"/>
                    <a:pt x="21431631" y="6782816"/>
                    <a:pt x="21417916" y="6793103"/>
                  </a:cubicBezTo>
                  <a:lnTo>
                    <a:pt x="21402802" y="6772783"/>
                  </a:lnTo>
                  <a:cubicBezTo>
                    <a:pt x="21416265" y="6762750"/>
                    <a:pt x="21429472" y="6752463"/>
                    <a:pt x="21442426" y="6741922"/>
                  </a:cubicBezTo>
                  <a:close/>
                  <a:moveTo>
                    <a:pt x="21360130" y="6803263"/>
                  </a:moveTo>
                  <a:cubicBezTo>
                    <a:pt x="21346033" y="6812788"/>
                    <a:pt x="21331555" y="6822186"/>
                    <a:pt x="21317077" y="6831076"/>
                  </a:cubicBezTo>
                  <a:lnTo>
                    <a:pt x="21303741" y="6809486"/>
                  </a:lnTo>
                  <a:cubicBezTo>
                    <a:pt x="21317967" y="6800723"/>
                    <a:pt x="21332064" y="6791706"/>
                    <a:pt x="21345906" y="6782308"/>
                  </a:cubicBezTo>
                  <a:close/>
                  <a:moveTo>
                    <a:pt x="21258403" y="6836029"/>
                  </a:moveTo>
                  <a:cubicBezTo>
                    <a:pt x="21243416" y="6844284"/>
                    <a:pt x="21228304" y="6852285"/>
                    <a:pt x="21212938" y="6859905"/>
                  </a:cubicBezTo>
                  <a:lnTo>
                    <a:pt x="21201634" y="6837172"/>
                  </a:lnTo>
                  <a:cubicBezTo>
                    <a:pt x="21216620" y="6829679"/>
                    <a:pt x="21231479" y="6821932"/>
                    <a:pt x="21246084" y="6813804"/>
                  </a:cubicBezTo>
                  <a:close/>
                  <a:moveTo>
                    <a:pt x="21154137" y="6859524"/>
                  </a:moveTo>
                  <a:cubicBezTo>
                    <a:pt x="21138516" y="6866382"/>
                    <a:pt x="21122766" y="6872986"/>
                    <a:pt x="21106766" y="6879209"/>
                  </a:cubicBezTo>
                  <a:lnTo>
                    <a:pt x="21097494" y="6855587"/>
                  </a:lnTo>
                  <a:cubicBezTo>
                    <a:pt x="21113116" y="6849491"/>
                    <a:pt x="21128609" y="6843141"/>
                    <a:pt x="21143849" y="6836283"/>
                  </a:cubicBezTo>
                  <a:close/>
                  <a:moveTo>
                    <a:pt x="21048217" y="6873494"/>
                  </a:moveTo>
                  <a:cubicBezTo>
                    <a:pt x="21032090" y="6878955"/>
                    <a:pt x="21015706" y="6884162"/>
                    <a:pt x="20999196" y="6888861"/>
                  </a:cubicBezTo>
                  <a:lnTo>
                    <a:pt x="20992084" y="6864477"/>
                  </a:lnTo>
                  <a:cubicBezTo>
                    <a:pt x="21008214" y="6859778"/>
                    <a:pt x="21024216" y="6854825"/>
                    <a:pt x="21039964" y="6849491"/>
                  </a:cubicBezTo>
                  <a:close/>
                  <a:moveTo>
                    <a:pt x="20941412" y="6878066"/>
                  </a:moveTo>
                  <a:cubicBezTo>
                    <a:pt x="20924774" y="6882130"/>
                    <a:pt x="20908010" y="6885686"/>
                    <a:pt x="20891119" y="6888988"/>
                  </a:cubicBezTo>
                  <a:lnTo>
                    <a:pt x="20886292" y="6864096"/>
                  </a:lnTo>
                  <a:cubicBezTo>
                    <a:pt x="20902803" y="6860921"/>
                    <a:pt x="20919187" y="6857365"/>
                    <a:pt x="20935441" y="6853428"/>
                  </a:cubicBezTo>
                  <a:close/>
                  <a:moveTo>
                    <a:pt x="20834731" y="6872986"/>
                  </a:moveTo>
                  <a:cubicBezTo>
                    <a:pt x="20817841" y="6875526"/>
                    <a:pt x="20800695" y="6877685"/>
                    <a:pt x="20783550" y="6879336"/>
                  </a:cubicBezTo>
                  <a:lnTo>
                    <a:pt x="20781010" y="6854063"/>
                  </a:lnTo>
                  <a:cubicBezTo>
                    <a:pt x="20797774" y="6852285"/>
                    <a:pt x="20814539" y="6850253"/>
                    <a:pt x="20831048" y="6847840"/>
                  </a:cubicBezTo>
                  <a:close/>
                  <a:moveTo>
                    <a:pt x="20728941" y="6858381"/>
                  </a:moveTo>
                  <a:cubicBezTo>
                    <a:pt x="20711922" y="6859397"/>
                    <a:pt x="20694777" y="6860032"/>
                    <a:pt x="20677505" y="6860286"/>
                  </a:cubicBezTo>
                  <a:lnTo>
                    <a:pt x="20677124" y="6834886"/>
                  </a:lnTo>
                  <a:cubicBezTo>
                    <a:pt x="20694016" y="6834632"/>
                    <a:pt x="20710779" y="6833997"/>
                    <a:pt x="20727417" y="6833108"/>
                  </a:cubicBezTo>
                  <a:close/>
                  <a:moveTo>
                    <a:pt x="20624800" y="6835013"/>
                  </a:moveTo>
                  <a:lnTo>
                    <a:pt x="20574000" y="6835013"/>
                  </a:lnTo>
                  <a:lnTo>
                    <a:pt x="20574000" y="6809613"/>
                  </a:lnTo>
                  <a:lnTo>
                    <a:pt x="20624800" y="6809613"/>
                  </a:lnTo>
                  <a:close/>
                  <a:moveTo>
                    <a:pt x="20523200" y="6809613"/>
                  </a:moveTo>
                  <a:lnTo>
                    <a:pt x="20472400" y="6809613"/>
                  </a:lnTo>
                  <a:lnTo>
                    <a:pt x="20472400" y="6784213"/>
                  </a:lnTo>
                  <a:lnTo>
                    <a:pt x="20523200" y="6784213"/>
                  </a:lnTo>
                  <a:close/>
                  <a:moveTo>
                    <a:pt x="20421600" y="6784213"/>
                  </a:moveTo>
                  <a:lnTo>
                    <a:pt x="20370800" y="6784213"/>
                  </a:lnTo>
                  <a:lnTo>
                    <a:pt x="20370800" y="6758813"/>
                  </a:lnTo>
                  <a:lnTo>
                    <a:pt x="20421600" y="6758813"/>
                  </a:lnTo>
                  <a:close/>
                  <a:moveTo>
                    <a:pt x="20320000" y="6758813"/>
                  </a:moveTo>
                  <a:lnTo>
                    <a:pt x="20269200" y="6758813"/>
                  </a:lnTo>
                  <a:lnTo>
                    <a:pt x="20269200" y="6733413"/>
                  </a:lnTo>
                  <a:lnTo>
                    <a:pt x="20320000" y="6733413"/>
                  </a:lnTo>
                  <a:close/>
                  <a:moveTo>
                    <a:pt x="20218400" y="6733413"/>
                  </a:moveTo>
                  <a:lnTo>
                    <a:pt x="20167600" y="6733413"/>
                  </a:lnTo>
                  <a:lnTo>
                    <a:pt x="20167600" y="6708013"/>
                  </a:lnTo>
                  <a:lnTo>
                    <a:pt x="20218400" y="6708013"/>
                  </a:lnTo>
                  <a:close/>
                  <a:moveTo>
                    <a:pt x="20116800" y="6708013"/>
                  </a:moveTo>
                  <a:lnTo>
                    <a:pt x="20066000" y="6708013"/>
                  </a:lnTo>
                  <a:lnTo>
                    <a:pt x="20066000" y="6682613"/>
                  </a:lnTo>
                  <a:lnTo>
                    <a:pt x="20116800" y="6682613"/>
                  </a:lnTo>
                  <a:close/>
                  <a:moveTo>
                    <a:pt x="20015200" y="6682613"/>
                  </a:moveTo>
                  <a:lnTo>
                    <a:pt x="19964400" y="6682613"/>
                  </a:lnTo>
                  <a:lnTo>
                    <a:pt x="19964400" y="6657213"/>
                  </a:lnTo>
                  <a:lnTo>
                    <a:pt x="20015200" y="6657213"/>
                  </a:lnTo>
                  <a:close/>
                  <a:moveTo>
                    <a:pt x="19913600" y="6657213"/>
                  </a:moveTo>
                  <a:lnTo>
                    <a:pt x="19862800" y="6657213"/>
                  </a:lnTo>
                  <a:lnTo>
                    <a:pt x="19862800" y="6631813"/>
                  </a:lnTo>
                  <a:lnTo>
                    <a:pt x="19913600" y="6631813"/>
                  </a:lnTo>
                  <a:close/>
                  <a:moveTo>
                    <a:pt x="19812000" y="6631813"/>
                  </a:moveTo>
                  <a:lnTo>
                    <a:pt x="19761200" y="6631813"/>
                  </a:lnTo>
                  <a:lnTo>
                    <a:pt x="19761200" y="6606413"/>
                  </a:lnTo>
                  <a:lnTo>
                    <a:pt x="19812000" y="6606413"/>
                  </a:lnTo>
                  <a:close/>
                  <a:moveTo>
                    <a:pt x="19710400" y="6606413"/>
                  </a:moveTo>
                  <a:lnTo>
                    <a:pt x="19659600" y="6606413"/>
                  </a:lnTo>
                  <a:lnTo>
                    <a:pt x="19659600" y="6581013"/>
                  </a:lnTo>
                  <a:lnTo>
                    <a:pt x="19710400" y="6581013"/>
                  </a:lnTo>
                  <a:close/>
                  <a:moveTo>
                    <a:pt x="19608800" y="6581013"/>
                  </a:moveTo>
                  <a:lnTo>
                    <a:pt x="19558000" y="6581013"/>
                  </a:lnTo>
                  <a:lnTo>
                    <a:pt x="19558000" y="6555613"/>
                  </a:lnTo>
                  <a:lnTo>
                    <a:pt x="19608800" y="6555613"/>
                  </a:lnTo>
                  <a:close/>
                  <a:moveTo>
                    <a:pt x="19507200" y="6555613"/>
                  </a:moveTo>
                  <a:lnTo>
                    <a:pt x="19456400" y="6555613"/>
                  </a:lnTo>
                  <a:lnTo>
                    <a:pt x="19456400" y="6530213"/>
                  </a:lnTo>
                  <a:lnTo>
                    <a:pt x="19507200" y="6530213"/>
                  </a:lnTo>
                  <a:close/>
                  <a:moveTo>
                    <a:pt x="19405600" y="6530213"/>
                  </a:moveTo>
                  <a:lnTo>
                    <a:pt x="19354800" y="6530213"/>
                  </a:lnTo>
                  <a:lnTo>
                    <a:pt x="19354800" y="6504813"/>
                  </a:lnTo>
                  <a:lnTo>
                    <a:pt x="19405600" y="6504813"/>
                  </a:lnTo>
                  <a:close/>
                  <a:moveTo>
                    <a:pt x="19304000" y="6504813"/>
                  </a:moveTo>
                  <a:lnTo>
                    <a:pt x="19253200" y="6504813"/>
                  </a:lnTo>
                  <a:lnTo>
                    <a:pt x="19253200" y="6479413"/>
                  </a:lnTo>
                  <a:lnTo>
                    <a:pt x="19304000" y="6479413"/>
                  </a:lnTo>
                  <a:close/>
                  <a:moveTo>
                    <a:pt x="19202400" y="6479413"/>
                  </a:moveTo>
                  <a:lnTo>
                    <a:pt x="19151600" y="6479413"/>
                  </a:lnTo>
                  <a:lnTo>
                    <a:pt x="19151600" y="6454013"/>
                  </a:lnTo>
                  <a:lnTo>
                    <a:pt x="19202400" y="6454013"/>
                  </a:lnTo>
                  <a:close/>
                  <a:moveTo>
                    <a:pt x="19100800" y="6454013"/>
                  </a:moveTo>
                  <a:lnTo>
                    <a:pt x="19050000" y="6454013"/>
                  </a:lnTo>
                  <a:lnTo>
                    <a:pt x="19050000" y="6428613"/>
                  </a:lnTo>
                  <a:lnTo>
                    <a:pt x="19100800" y="6428613"/>
                  </a:lnTo>
                  <a:close/>
                  <a:moveTo>
                    <a:pt x="18999200" y="6428613"/>
                  </a:moveTo>
                  <a:lnTo>
                    <a:pt x="18948400" y="6428613"/>
                  </a:lnTo>
                  <a:lnTo>
                    <a:pt x="18948400" y="6403213"/>
                  </a:lnTo>
                  <a:lnTo>
                    <a:pt x="18999200" y="6403213"/>
                  </a:lnTo>
                  <a:close/>
                  <a:moveTo>
                    <a:pt x="18897600" y="6403213"/>
                  </a:moveTo>
                  <a:lnTo>
                    <a:pt x="18846800" y="6403213"/>
                  </a:lnTo>
                  <a:lnTo>
                    <a:pt x="18846800" y="6377813"/>
                  </a:lnTo>
                  <a:lnTo>
                    <a:pt x="18897600" y="6377813"/>
                  </a:lnTo>
                  <a:close/>
                  <a:moveTo>
                    <a:pt x="18796000" y="6377813"/>
                  </a:moveTo>
                  <a:lnTo>
                    <a:pt x="18745200" y="6377813"/>
                  </a:lnTo>
                  <a:lnTo>
                    <a:pt x="18745200" y="6352413"/>
                  </a:lnTo>
                  <a:lnTo>
                    <a:pt x="18796000" y="6352413"/>
                  </a:lnTo>
                  <a:close/>
                  <a:moveTo>
                    <a:pt x="18694400" y="6352413"/>
                  </a:moveTo>
                  <a:lnTo>
                    <a:pt x="18643600" y="6352413"/>
                  </a:lnTo>
                  <a:lnTo>
                    <a:pt x="18643600" y="6327013"/>
                  </a:lnTo>
                  <a:lnTo>
                    <a:pt x="18694400" y="6327013"/>
                  </a:lnTo>
                  <a:close/>
                  <a:moveTo>
                    <a:pt x="18592800" y="6327013"/>
                  </a:moveTo>
                  <a:lnTo>
                    <a:pt x="18542000" y="6327013"/>
                  </a:lnTo>
                  <a:lnTo>
                    <a:pt x="18542000" y="6301613"/>
                  </a:lnTo>
                  <a:lnTo>
                    <a:pt x="18592800" y="6301613"/>
                  </a:lnTo>
                  <a:close/>
                  <a:moveTo>
                    <a:pt x="18491200" y="6301613"/>
                  </a:moveTo>
                  <a:lnTo>
                    <a:pt x="18440400" y="6301613"/>
                  </a:lnTo>
                  <a:lnTo>
                    <a:pt x="18440400" y="6276213"/>
                  </a:lnTo>
                  <a:lnTo>
                    <a:pt x="18491200" y="6276213"/>
                  </a:lnTo>
                  <a:close/>
                  <a:moveTo>
                    <a:pt x="18389600" y="6276213"/>
                  </a:moveTo>
                  <a:lnTo>
                    <a:pt x="18338800" y="6276213"/>
                  </a:lnTo>
                  <a:lnTo>
                    <a:pt x="18338800" y="6250813"/>
                  </a:lnTo>
                  <a:lnTo>
                    <a:pt x="18389600" y="6250813"/>
                  </a:lnTo>
                  <a:close/>
                  <a:moveTo>
                    <a:pt x="18288000" y="6250813"/>
                  </a:moveTo>
                  <a:lnTo>
                    <a:pt x="18237200" y="6250813"/>
                  </a:lnTo>
                  <a:lnTo>
                    <a:pt x="18237200" y="6225413"/>
                  </a:lnTo>
                  <a:lnTo>
                    <a:pt x="18288000" y="6225413"/>
                  </a:lnTo>
                  <a:close/>
                  <a:moveTo>
                    <a:pt x="18186400" y="6225413"/>
                  </a:moveTo>
                  <a:lnTo>
                    <a:pt x="18135600" y="6225413"/>
                  </a:lnTo>
                  <a:lnTo>
                    <a:pt x="18135600" y="6200013"/>
                  </a:lnTo>
                  <a:lnTo>
                    <a:pt x="18186400" y="6200013"/>
                  </a:lnTo>
                  <a:close/>
                  <a:moveTo>
                    <a:pt x="18084800" y="6200013"/>
                  </a:moveTo>
                  <a:lnTo>
                    <a:pt x="18034000" y="6200013"/>
                  </a:lnTo>
                  <a:lnTo>
                    <a:pt x="18034000" y="6174613"/>
                  </a:lnTo>
                  <a:lnTo>
                    <a:pt x="18084800" y="6174613"/>
                  </a:lnTo>
                  <a:close/>
                  <a:moveTo>
                    <a:pt x="17983200" y="6174613"/>
                  </a:moveTo>
                  <a:lnTo>
                    <a:pt x="17932400" y="6174613"/>
                  </a:lnTo>
                  <a:lnTo>
                    <a:pt x="17932400" y="6149213"/>
                  </a:lnTo>
                  <a:lnTo>
                    <a:pt x="17983200" y="6149213"/>
                  </a:lnTo>
                  <a:close/>
                  <a:moveTo>
                    <a:pt x="17881600" y="6149213"/>
                  </a:moveTo>
                  <a:lnTo>
                    <a:pt x="17830800" y="6149213"/>
                  </a:lnTo>
                  <a:lnTo>
                    <a:pt x="17830800" y="6123813"/>
                  </a:lnTo>
                  <a:lnTo>
                    <a:pt x="17881600" y="6123813"/>
                  </a:lnTo>
                  <a:close/>
                  <a:moveTo>
                    <a:pt x="17780000" y="6123813"/>
                  </a:moveTo>
                  <a:lnTo>
                    <a:pt x="17729200" y="6123813"/>
                  </a:lnTo>
                  <a:lnTo>
                    <a:pt x="17729200" y="6098413"/>
                  </a:lnTo>
                  <a:lnTo>
                    <a:pt x="17780000" y="6098413"/>
                  </a:lnTo>
                  <a:close/>
                  <a:moveTo>
                    <a:pt x="17678400" y="6098413"/>
                  </a:moveTo>
                  <a:lnTo>
                    <a:pt x="17627600" y="6098413"/>
                  </a:lnTo>
                  <a:lnTo>
                    <a:pt x="17627600" y="6073013"/>
                  </a:lnTo>
                  <a:lnTo>
                    <a:pt x="17678400" y="6073013"/>
                  </a:lnTo>
                  <a:close/>
                  <a:moveTo>
                    <a:pt x="17576800" y="6073013"/>
                  </a:moveTo>
                  <a:lnTo>
                    <a:pt x="17526000" y="6073013"/>
                  </a:lnTo>
                  <a:lnTo>
                    <a:pt x="17526000" y="6047613"/>
                  </a:lnTo>
                  <a:lnTo>
                    <a:pt x="17576800" y="6047613"/>
                  </a:lnTo>
                  <a:close/>
                  <a:moveTo>
                    <a:pt x="17475200" y="6047613"/>
                  </a:moveTo>
                  <a:lnTo>
                    <a:pt x="17424400" y="6047613"/>
                  </a:lnTo>
                  <a:lnTo>
                    <a:pt x="17424400" y="6022213"/>
                  </a:lnTo>
                  <a:lnTo>
                    <a:pt x="17475200" y="6022213"/>
                  </a:lnTo>
                  <a:close/>
                  <a:moveTo>
                    <a:pt x="17373600" y="6022213"/>
                  </a:moveTo>
                  <a:lnTo>
                    <a:pt x="17322800" y="6022213"/>
                  </a:lnTo>
                  <a:lnTo>
                    <a:pt x="17322800" y="5996813"/>
                  </a:lnTo>
                  <a:lnTo>
                    <a:pt x="17373600" y="5996813"/>
                  </a:lnTo>
                  <a:close/>
                  <a:moveTo>
                    <a:pt x="17272000" y="5996813"/>
                  </a:moveTo>
                  <a:lnTo>
                    <a:pt x="17221200" y="5996813"/>
                  </a:lnTo>
                  <a:lnTo>
                    <a:pt x="17221200" y="5971413"/>
                  </a:lnTo>
                  <a:lnTo>
                    <a:pt x="17272000" y="5971413"/>
                  </a:lnTo>
                  <a:close/>
                  <a:moveTo>
                    <a:pt x="17170400" y="5971413"/>
                  </a:moveTo>
                  <a:lnTo>
                    <a:pt x="17119600" y="5971413"/>
                  </a:lnTo>
                  <a:lnTo>
                    <a:pt x="17119600" y="5946013"/>
                  </a:lnTo>
                  <a:lnTo>
                    <a:pt x="17170400" y="5946013"/>
                  </a:lnTo>
                  <a:close/>
                  <a:moveTo>
                    <a:pt x="17068800" y="5946013"/>
                  </a:moveTo>
                  <a:lnTo>
                    <a:pt x="17018000" y="5946013"/>
                  </a:lnTo>
                  <a:lnTo>
                    <a:pt x="17018000" y="5920613"/>
                  </a:lnTo>
                  <a:lnTo>
                    <a:pt x="17068800" y="5920613"/>
                  </a:lnTo>
                  <a:close/>
                  <a:moveTo>
                    <a:pt x="16967200" y="5920613"/>
                  </a:moveTo>
                  <a:lnTo>
                    <a:pt x="16916400" y="5920613"/>
                  </a:lnTo>
                  <a:lnTo>
                    <a:pt x="16916400" y="5895213"/>
                  </a:lnTo>
                  <a:lnTo>
                    <a:pt x="16967200" y="5895213"/>
                  </a:lnTo>
                  <a:close/>
                  <a:moveTo>
                    <a:pt x="16865600" y="5895213"/>
                  </a:moveTo>
                  <a:lnTo>
                    <a:pt x="16814800" y="5895213"/>
                  </a:lnTo>
                  <a:lnTo>
                    <a:pt x="16814800" y="5869813"/>
                  </a:lnTo>
                  <a:lnTo>
                    <a:pt x="16865600" y="5869813"/>
                  </a:lnTo>
                  <a:close/>
                  <a:moveTo>
                    <a:pt x="16764000" y="5869813"/>
                  </a:moveTo>
                  <a:lnTo>
                    <a:pt x="16713200" y="5869813"/>
                  </a:lnTo>
                  <a:lnTo>
                    <a:pt x="16713200" y="5844413"/>
                  </a:lnTo>
                  <a:lnTo>
                    <a:pt x="16764000" y="5844413"/>
                  </a:lnTo>
                  <a:close/>
                  <a:moveTo>
                    <a:pt x="16662400" y="5844413"/>
                  </a:moveTo>
                  <a:lnTo>
                    <a:pt x="16611600" y="5844413"/>
                  </a:lnTo>
                  <a:lnTo>
                    <a:pt x="16611600" y="5819013"/>
                  </a:lnTo>
                  <a:lnTo>
                    <a:pt x="16662400" y="5819013"/>
                  </a:lnTo>
                  <a:close/>
                  <a:moveTo>
                    <a:pt x="16560800" y="5819013"/>
                  </a:moveTo>
                  <a:lnTo>
                    <a:pt x="16510000" y="5819013"/>
                  </a:lnTo>
                  <a:lnTo>
                    <a:pt x="16510000" y="5793613"/>
                  </a:lnTo>
                  <a:lnTo>
                    <a:pt x="16560800" y="5793613"/>
                  </a:lnTo>
                  <a:close/>
                  <a:moveTo>
                    <a:pt x="16459200" y="5793613"/>
                  </a:moveTo>
                  <a:lnTo>
                    <a:pt x="16408400" y="5793613"/>
                  </a:lnTo>
                  <a:lnTo>
                    <a:pt x="16408400" y="5768213"/>
                  </a:lnTo>
                  <a:lnTo>
                    <a:pt x="16459200" y="5768213"/>
                  </a:lnTo>
                  <a:close/>
                  <a:moveTo>
                    <a:pt x="16357600" y="5768213"/>
                  </a:moveTo>
                  <a:lnTo>
                    <a:pt x="16306800" y="5768213"/>
                  </a:lnTo>
                  <a:lnTo>
                    <a:pt x="16306800" y="5742813"/>
                  </a:lnTo>
                  <a:lnTo>
                    <a:pt x="16357600" y="5742813"/>
                  </a:lnTo>
                  <a:close/>
                  <a:moveTo>
                    <a:pt x="16256000" y="5742813"/>
                  </a:moveTo>
                  <a:lnTo>
                    <a:pt x="16205200" y="5742813"/>
                  </a:lnTo>
                  <a:lnTo>
                    <a:pt x="16205200" y="5717413"/>
                  </a:lnTo>
                  <a:lnTo>
                    <a:pt x="16256000" y="5717413"/>
                  </a:lnTo>
                  <a:close/>
                  <a:moveTo>
                    <a:pt x="16154400" y="5717413"/>
                  </a:moveTo>
                  <a:lnTo>
                    <a:pt x="16103600" y="5717413"/>
                  </a:lnTo>
                  <a:lnTo>
                    <a:pt x="16103600" y="5692013"/>
                  </a:lnTo>
                  <a:lnTo>
                    <a:pt x="16154400" y="5692013"/>
                  </a:lnTo>
                  <a:close/>
                  <a:moveTo>
                    <a:pt x="16052800" y="5692013"/>
                  </a:moveTo>
                  <a:lnTo>
                    <a:pt x="16002000" y="5692013"/>
                  </a:lnTo>
                  <a:lnTo>
                    <a:pt x="16002000" y="5666613"/>
                  </a:lnTo>
                  <a:lnTo>
                    <a:pt x="16052800" y="5666613"/>
                  </a:lnTo>
                  <a:close/>
                  <a:moveTo>
                    <a:pt x="15951200" y="5666613"/>
                  </a:moveTo>
                  <a:lnTo>
                    <a:pt x="15900400" y="5666613"/>
                  </a:lnTo>
                  <a:lnTo>
                    <a:pt x="15900400" y="5641213"/>
                  </a:lnTo>
                  <a:lnTo>
                    <a:pt x="15951200" y="5641213"/>
                  </a:lnTo>
                  <a:close/>
                  <a:moveTo>
                    <a:pt x="15849600" y="5641213"/>
                  </a:moveTo>
                  <a:lnTo>
                    <a:pt x="15798800" y="5641213"/>
                  </a:lnTo>
                  <a:lnTo>
                    <a:pt x="15798800" y="5615813"/>
                  </a:lnTo>
                  <a:lnTo>
                    <a:pt x="15849600" y="5615813"/>
                  </a:lnTo>
                  <a:close/>
                  <a:moveTo>
                    <a:pt x="15748000" y="5615813"/>
                  </a:moveTo>
                  <a:lnTo>
                    <a:pt x="15697200" y="5615813"/>
                  </a:lnTo>
                  <a:lnTo>
                    <a:pt x="15697200" y="5590413"/>
                  </a:lnTo>
                  <a:lnTo>
                    <a:pt x="15748000" y="5590413"/>
                  </a:lnTo>
                  <a:close/>
                  <a:moveTo>
                    <a:pt x="15646400" y="5590413"/>
                  </a:moveTo>
                  <a:lnTo>
                    <a:pt x="15595600" y="5590413"/>
                  </a:lnTo>
                  <a:lnTo>
                    <a:pt x="15595600" y="5565013"/>
                  </a:lnTo>
                  <a:lnTo>
                    <a:pt x="15646400" y="5565013"/>
                  </a:lnTo>
                  <a:close/>
                  <a:moveTo>
                    <a:pt x="15544800" y="5565013"/>
                  </a:moveTo>
                  <a:lnTo>
                    <a:pt x="15494000" y="5565013"/>
                  </a:lnTo>
                  <a:lnTo>
                    <a:pt x="15494000" y="5539613"/>
                  </a:lnTo>
                  <a:lnTo>
                    <a:pt x="15544800" y="5539613"/>
                  </a:lnTo>
                  <a:close/>
                  <a:moveTo>
                    <a:pt x="15443200" y="5539613"/>
                  </a:moveTo>
                  <a:lnTo>
                    <a:pt x="15392400" y="5539613"/>
                  </a:lnTo>
                  <a:lnTo>
                    <a:pt x="15392400" y="5514213"/>
                  </a:lnTo>
                  <a:lnTo>
                    <a:pt x="15443200" y="5514213"/>
                  </a:lnTo>
                  <a:close/>
                  <a:moveTo>
                    <a:pt x="15341600" y="5514213"/>
                  </a:moveTo>
                  <a:lnTo>
                    <a:pt x="15290800" y="5514213"/>
                  </a:lnTo>
                  <a:lnTo>
                    <a:pt x="15290800" y="5488813"/>
                  </a:lnTo>
                  <a:lnTo>
                    <a:pt x="15341600" y="5488813"/>
                  </a:lnTo>
                  <a:close/>
                  <a:moveTo>
                    <a:pt x="15240000" y="5488813"/>
                  </a:moveTo>
                  <a:lnTo>
                    <a:pt x="15189200" y="5488813"/>
                  </a:lnTo>
                  <a:lnTo>
                    <a:pt x="15189200" y="5463413"/>
                  </a:lnTo>
                  <a:lnTo>
                    <a:pt x="15240000" y="5463413"/>
                  </a:lnTo>
                  <a:close/>
                  <a:moveTo>
                    <a:pt x="15138400" y="5463413"/>
                  </a:moveTo>
                  <a:lnTo>
                    <a:pt x="15087600" y="5463413"/>
                  </a:lnTo>
                  <a:lnTo>
                    <a:pt x="15087600" y="5438013"/>
                  </a:lnTo>
                  <a:lnTo>
                    <a:pt x="15138400" y="5438013"/>
                  </a:lnTo>
                  <a:close/>
                  <a:moveTo>
                    <a:pt x="15036800" y="5438013"/>
                  </a:moveTo>
                  <a:lnTo>
                    <a:pt x="14986000" y="5438013"/>
                  </a:lnTo>
                  <a:lnTo>
                    <a:pt x="14986000" y="5412613"/>
                  </a:lnTo>
                  <a:lnTo>
                    <a:pt x="15036800" y="5412613"/>
                  </a:lnTo>
                  <a:close/>
                  <a:moveTo>
                    <a:pt x="14935200" y="5412613"/>
                  </a:moveTo>
                  <a:lnTo>
                    <a:pt x="14884400" y="5412613"/>
                  </a:lnTo>
                  <a:lnTo>
                    <a:pt x="14884400" y="5387213"/>
                  </a:lnTo>
                  <a:lnTo>
                    <a:pt x="14935200" y="5387213"/>
                  </a:lnTo>
                  <a:close/>
                  <a:moveTo>
                    <a:pt x="14833600" y="5387213"/>
                  </a:moveTo>
                  <a:lnTo>
                    <a:pt x="14782800" y="5387213"/>
                  </a:lnTo>
                  <a:lnTo>
                    <a:pt x="14782800" y="5361813"/>
                  </a:lnTo>
                  <a:lnTo>
                    <a:pt x="14833600" y="5361813"/>
                  </a:lnTo>
                  <a:close/>
                  <a:moveTo>
                    <a:pt x="14732000" y="5361813"/>
                  </a:moveTo>
                  <a:lnTo>
                    <a:pt x="14681200" y="5361813"/>
                  </a:lnTo>
                  <a:lnTo>
                    <a:pt x="14681200" y="5336413"/>
                  </a:lnTo>
                  <a:lnTo>
                    <a:pt x="14732000" y="5336413"/>
                  </a:lnTo>
                  <a:close/>
                  <a:moveTo>
                    <a:pt x="14630400" y="5336413"/>
                  </a:moveTo>
                  <a:lnTo>
                    <a:pt x="14579600" y="5336413"/>
                  </a:lnTo>
                  <a:lnTo>
                    <a:pt x="14579600" y="5311013"/>
                  </a:lnTo>
                  <a:lnTo>
                    <a:pt x="14630400" y="5311013"/>
                  </a:lnTo>
                  <a:close/>
                  <a:moveTo>
                    <a:pt x="14528800" y="5311013"/>
                  </a:moveTo>
                  <a:lnTo>
                    <a:pt x="14478000" y="5311013"/>
                  </a:lnTo>
                  <a:lnTo>
                    <a:pt x="14478000" y="5285613"/>
                  </a:lnTo>
                  <a:lnTo>
                    <a:pt x="14528800" y="5285613"/>
                  </a:lnTo>
                  <a:close/>
                  <a:moveTo>
                    <a:pt x="14427200" y="5285613"/>
                  </a:moveTo>
                  <a:lnTo>
                    <a:pt x="14376400" y="5285613"/>
                  </a:lnTo>
                  <a:lnTo>
                    <a:pt x="14376400" y="5260213"/>
                  </a:lnTo>
                  <a:lnTo>
                    <a:pt x="14427200" y="5260213"/>
                  </a:lnTo>
                  <a:close/>
                  <a:moveTo>
                    <a:pt x="14325600" y="5260213"/>
                  </a:moveTo>
                  <a:lnTo>
                    <a:pt x="14274800" y="5260213"/>
                  </a:lnTo>
                  <a:lnTo>
                    <a:pt x="14274800" y="5234813"/>
                  </a:lnTo>
                  <a:lnTo>
                    <a:pt x="14325600" y="5234813"/>
                  </a:lnTo>
                  <a:close/>
                  <a:moveTo>
                    <a:pt x="14224000" y="5234813"/>
                  </a:moveTo>
                  <a:lnTo>
                    <a:pt x="14173200" y="5234813"/>
                  </a:lnTo>
                  <a:lnTo>
                    <a:pt x="14173200" y="5209413"/>
                  </a:lnTo>
                  <a:lnTo>
                    <a:pt x="14224000" y="5209413"/>
                  </a:lnTo>
                  <a:close/>
                  <a:moveTo>
                    <a:pt x="14122400" y="5209413"/>
                  </a:moveTo>
                  <a:lnTo>
                    <a:pt x="14071600" y="5209413"/>
                  </a:lnTo>
                  <a:lnTo>
                    <a:pt x="14071600" y="5184013"/>
                  </a:lnTo>
                  <a:lnTo>
                    <a:pt x="14122400" y="5184013"/>
                  </a:lnTo>
                  <a:close/>
                  <a:moveTo>
                    <a:pt x="14020800" y="5184013"/>
                  </a:moveTo>
                  <a:lnTo>
                    <a:pt x="13970000" y="5184013"/>
                  </a:lnTo>
                  <a:lnTo>
                    <a:pt x="13970000" y="5158613"/>
                  </a:lnTo>
                  <a:lnTo>
                    <a:pt x="14020800" y="5158613"/>
                  </a:lnTo>
                  <a:close/>
                  <a:moveTo>
                    <a:pt x="13919200" y="5158613"/>
                  </a:moveTo>
                  <a:lnTo>
                    <a:pt x="13868400" y="5158613"/>
                  </a:lnTo>
                  <a:lnTo>
                    <a:pt x="13868400" y="5133213"/>
                  </a:lnTo>
                  <a:lnTo>
                    <a:pt x="13919200" y="5133213"/>
                  </a:lnTo>
                  <a:close/>
                  <a:moveTo>
                    <a:pt x="13817600" y="5133213"/>
                  </a:moveTo>
                  <a:lnTo>
                    <a:pt x="13766800" y="5133213"/>
                  </a:lnTo>
                  <a:lnTo>
                    <a:pt x="13766800" y="5107813"/>
                  </a:lnTo>
                  <a:lnTo>
                    <a:pt x="13817600" y="5107813"/>
                  </a:lnTo>
                  <a:close/>
                  <a:moveTo>
                    <a:pt x="13716000" y="5107813"/>
                  </a:moveTo>
                  <a:lnTo>
                    <a:pt x="13665200" y="5107813"/>
                  </a:lnTo>
                  <a:lnTo>
                    <a:pt x="13665200" y="5082413"/>
                  </a:lnTo>
                  <a:lnTo>
                    <a:pt x="13716000" y="5082413"/>
                  </a:lnTo>
                  <a:close/>
                  <a:moveTo>
                    <a:pt x="13614400" y="5082413"/>
                  </a:moveTo>
                  <a:lnTo>
                    <a:pt x="13563600" y="5082413"/>
                  </a:lnTo>
                  <a:lnTo>
                    <a:pt x="13563600" y="5057013"/>
                  </a:lnTo>
                  <a:lnTo>
                    <a:pt x="13614400" y="5057013"/>
                  </a:lnTo>
                  <a:close/>
                  <a:moveTo>
                    <a:pt x="13512800" y="5057013"/>
                  </a:moveTo>
                  <a:lnTo>
                    <a:pt x="13462000" y="5057013"/>
                  </a:lnTo>
                  <a:lnTo>
                    <a:pt x="13462000" y="5031613"/>
                  </a:lnTo>
                  <a:lnTo>
                    <a:pt x="13512800" y="5031613"/>
                  </a:lnTo>
                  <a:close/>
                  <a:moveTo>
                    <a:pt x="13411200" y="5031613"/>
                  </a:moveTo>
                  <a:lnTo>
                    <a:pt x="13360400" y="5031613"/>
                  </a:lnTo>
                  <a:lnTo>
                    <a:pt x="13360400" y="5006213"/>
                  </a:lnTo>
                  <a:lnTo>
                    <a:pt x="13411200" y="5006213"/>
                  </a:lnTo>
                  <a:close/>
                  <a:moveTo>
                    <a:pt x="13309600" y="5006213"/>
                  </a:moveTo>
                  <a:lnTo>
                    <a:pt x="13258800" y="5006213"/>
                  </a:lnTo>
                  <a:lnTo>
                    <a:pt x="13258800" y="4980813"/>
                  </a:lnTo>
                  <a:lnTo>
                    <a:pt x="13309600" y="4980813"/>
                  </a:lnTo>
                  <a:close/>
                  <a:moveTo>
                    <a:pt x="13208000" y="4980813"/>
                  </a:moveTo>
                  <a:lnTo>
                    <a:pt x="13157200" y="4980813"/>
                  </a:lnTo>
                  <a:lnTo>
                    <a:pt x="13157200" y="4955413"/>
                  </a:lnTo>
                  <a:lnTo>
                    <a:pt x="13208000" y="4955413"/>
                  </a:lnTo>
                  <a:close/>
                  <a:moveTo>
                    <a:pt x="13106400" y="4955413"/>
                  </a:moveTo>
                  <a:lnTo>
                    <a:pt x="13055600" y="4955413"/>
                  </a:lnTo>
                  <a:lnTo>
                    <a:pt x="13055600" y="4930013"/>
                  </a:lnTo>
                  <a:lnTo>
                    <a:pt x="13106400" y="4930013"/>
                  </a:lnTo>
                  <a:close/>
                  <a:moveTo>
                    <a:pt x="13004800" y="4930013"/>
                  </a:moveTo>
                  <a:lnTo>
                    <a:pt x="12954000" y="4930013"/>
                  </a:lnTo>
                  <a:lnTo>
                    <a:pt x="12954000" y="4904613"/>
                  </a:lnTo>
                  <a:lnTo>
                    <a:pt x="13004800" y="4904613"/>
                  </a:lnTo>
                  <a:close/>
                  <a:moveTo>
                    <a:pt x="12903200" y="4904613"/>
                  </a:moveTo>
                  <a:lnTo>
                    <a:pt x="12852400" y="4904613"/>
                  </a:lnTo>
                  <a:lnTo>
                    <a:pt x="12852400" y="4879213"/>
                  </a:lnTo>
                  <a:lnTo>
                    <a:pt x="12903200" y="4879213"/>
                  </a:lnTo>
                  <a:close/>
                  <a:moveTo>
                    <a:pt x="12801600" y="4879213"/>
                  </a:moveTo>
                  <a:lnTo>
                    <a:pt x="12750800" y="4879213"/>
                  </a:lnTo>
                  <a:lnTo>
                    <a:pt x="12750800" y="4853813"/>
                  </a:lnTo>
                  <a:lnTo>
                    <a:pt x="12801600" y="4853813"/>
                  </a:lnTo>
                  <a:close/>
                  <a:moveTo>
                    <a:pt x="12700000" y="4853813"/>
                  </a:moveTo>
                  <a:lnTo>
                    <a:pt x="12649200" y="4853813"/>
                  </a:lnTo>
                  <a:lnTo>
                    <a:pt x="12649200" y="4828413"/>
                  </a:lnTo>
                  <a:lnTo>
                    <a:pt x="12700000" y="4828413"/>
                  </a:lnTo>
                  <a:close/>
                  <a:moveTo>
                    <a:pt x="12598400" y="4828413"/>
                  </a:moveTo>
                  <a:lnTo>
                    <a:pt x="12547600" y="4828413"/>
                  </a:lnTo>
                  <a:lnTo>
                    <a:pt x="12547600" y="4803013"/>
                  </a:lnTo>
                  <a:lnTo>
                    <a:pt x="12598400" y="4803013"/>
                  </a:lnTo>
                  <a:close/>
                  <a:moveTo>
                    <a:pt x="12496800" y="4803013"/>
                  </a:moveTo>
                  <a:lnTo>
                    <a:pt x="12446000" y="4803013"/>
                  </a:lnTo>
                  <a:lnTo>
                    <a:pt x="12446000" y="4777613"/>
                  </a:lnTo>
                  <a:lnTo>
                    <a:pt x="12496800" y="4777613"/>
                  </a:lnTo>
                  <a:close/>
                  <a:moveTo>
                    <a:pt x="12395200" y="4777613"/>
                  </a:moveTo>
                  <a:lnTo>
                    <a:pt x="12344400" y="4777613"/>
                  </a:lnTo>
                  <a:lnTo>
                    <a:pt x="12344400" y="4752213"/>
                  </a:lnTo>
                  <a:lnTo>
                    <a:pt x="12395200" y="4752213"/>
                  </a:lnTo>
                  <a:close/>
                  <a:moveTo>
                    <a:pt x="12293600" y="4752213"/>
                  </a:moveTo>
                  <a:lnTo>
                    <a:pt x="12242800" y="4752213"/>
                  </a:lnTo>
                  <a:lnTo>
                    <a:pt x="12242800" y="4726813"/>
                  </a:lnTo>
                  <a:lnTo>
                    <a:pt x="12293600" y="4726813"/>
                  </a:lnTo>
                  <a:close/>
                  <a:moveTo>
                    <a:pt x="12192000" y="4726813"/>
                  </a:moveTo>
                  <a:lnTo>
                    <a:pt x="12141200" y="4726813"/>
                  </a:lnTo>
                  <a:lnTo>
                    <a:pt x="12141200" y="4701413"/>
                  </a:lnTo>
                  <a:lnTo>
                    <a:pt x="12192000" y="4701413"/>
                  </a:lnTo>
                  <a:close/>
                  <a:moveTo>
                    <a:pt x="12090400" y="4701413"/>
                  </a:moveTo>
                  <a:lnTo>
                    <a:pt x="12039600" y="4701413"/>
                  </a:lnTo>
                  <a:lnTo>
                    <a:pt x="12039600" y="4676013"/>
                  </a:lnTo>
                  <a:lnTo>
                    <a:pt x="12090400" y="4676013"/>
                  </a:lnTo>
                  <a:close/>
                  <a:moveTo>
                    <a:pt x="11988800" y="4676013"/>
                  </a:moveTo>
                  <a:lnTo>
                    <a:pt x="11938000" y="4676013"/>
                  </a:lnTo>
                  <a:lnTo>
                    <a:pt x="11938000" y="4650613"/>
                  </a:lnTo>
                  <a:lnTo>
                    <a:pt x="11988800" y="4650613"/>
                  </a:lnTo>
                  <a:close/>
                  <a:moveTo>
                    <a:pt x="11887200" y="4650613"/>
                  </a:moveTo>
                  <a:lnTo>
                    <a:pt x="11836400" y="4650613"/>
                  </a:lnTo>
                  <a:lnTo>
                    <a:pt x="11836400" y="4625213"/>
                  </a:lnTo>
                  <a:lnTo>
                    <a:pt x="11887200" y="4625213"/>
                  </a:lnTo>
                  <a:close/>
                  <a:moveTo>
                    <a:pt x="11785600" y="4625213"/>
                  </a:moveTo>
                  <a:lnTo>
                    <a:pt x="11734800" y="4625213"/>
                  </a:lnTo>
                  <a:lnTo>
                    <a:pt x="11734800" y="4599813"/>
                  </a:lnTo>
                  <a:lnTo>
                    <a:pt x="11785600" y="4599813"/>
                  </a:lnTo>
                  <a:close/>
                  <a:moveTo>
                    <a:pt x="11684000" y="4599813"/>
                  </a:moveTo>
                  <a:lnTo>
                    <a:pt x="11633200" y="4599813"/>
                  </a:lnTo>
                  <a:lnTo>
                    <a:pt x="11633200" y="4574413"/>
                  </a:lnTo>
                  <a:lnTo>
                    <a:pt x="11684000" y="4574413"/>
                  </a:lnTo>
                  <a:close/>
                  <a:moveTo>
                    <a:pt x="11582400" y="4574413"/>
                  </a:moveTo>
                  <a:lnTo>
                    <a:pt x="11531600" y="4574413"/>
                  </a:lnTo>
                  <a:lnTo>
                    <a:pt x="11531600" y="4549013"/>
                  </a:lnTo>
                  <a:lnTo>
                    <a:pt x="11582400" y="4549013"/>
                  </a:lnTo>
                  <a:close/>
                  <a:moveTo>
                    <a:pt x="11480800" y="4549013"/>
                  </a:moveTo>
                  <a:lnTo>
                    <a:pt x="11430000" y="4549013"/>
                  </a:lnTo>
                  <a:lnTo>
                    <a:pt x="11430000" y="4523613"/>
                  </a:lnTo>
                  <a:lnTo>
                    <a:pt x="11480800" y="4523613"/>
                  </a:lnTo>
                  <a:close/>
                  <a:moveTo>
                    <a:pt x="11379200" y="4523613"/>
                  </a:moveTo>
                  <a:lnTo>
                    <a:pt x="11328400" y="4523613"/>
                  </a:lnTo>
                  <a:lnTo>
                    <a:pt x="11328400" y="4498213"/>
                  </a:lnTo>
                  <a:lnTo>
                    <a:pt x="11379200" y="4498213"/>
                  </a:lnTo>
                  <a:close/>
                  <a:moveTo>
                    <a:pt x="11277600" y="4498213"/>
                  </a:moveTo>
                  <a:lnTo>
                    <a:pt x="11226800" y="4498213"/>
                  </a:lnTo>
                  <a:lnTo>
                    <a:pt x="11226800" y="4472813"/>
                  </a:lnTo>
                  <a:lnTo>
                    <a:pt x="11277600" y="4472813"/>
                  </a:lnTo>
                  <a:close/>
                  <a:moveTo>
                    <a:pt x="11176000" y="4472813"/>
                  </a:moveTo>
                  <a:lnTo>
                    <a:pt x="11125200" y="4472813"/>
                  </a:lnTo>
                  <a:lnTo>
                    <a:pt x="11125200" y="4447413"/>
                  </a:lnTo>
                  <a:lnTo>
                    <a:pt x="11176000" y="4447413"/>
                  </a:lnTo>
                  <a:close/>
                  <a:moveTo>
                    <a:pt x="11074400" y="4447413"/>
                  </a:moveTo>
                  <a:lnTo>
                    <a:pt x="11023600" y="4447413"/>
                  </a:lnTo>
                  <a:lnTo>
                    <a:pt x="11023600" y="4422013"/>
                  </a:lnTo>
                  <a:lnTo>
                    <a:pt x="11074400" y="4422013"/>
                  </a:lnTo>
                  <a:close/>
                  <a:moveTo>
                    <a:pt x="10972800" y="4422013"/>
                  </a:moveTo>
                  <a:lnTo>
                    <a:pt x="10922000" y="4422013"/>
                  </a:lnTo>
                  <a:lnTo>
                    <a:pt x="10922000" y="4396613"/>
                  </a:lnTo>
                  <a:lnTo>
                    <a:pt x="10972800" y="4396613"/>
                  </a:lnTo>
                  <a:close/>
                  <a:moveTo>
                    <a:pt x="10871200" y="4396613"/>
                  </a:moveTo>
                  <a:lnTo>
                    <a:pt x="10820400" y="4396613"/>
                  </a:lnTo>
                  <a:lnTo>
                    <a:pt x="10820400" y="4371213"/>
                  </a:lnTo>
                  <a:lnTo>
                    <a:pt x="10871200" y="4371213"/>
                  </a:lnTo>
                  <a:close/>
                  <a:moveTo>
                    <a:pt x="10769600" y="4371213"/>
                  </a:moveTo>
                  <a:lnTo>
                    <a:pt x="10718800" y="4371213"/>
                  </a:lnTo>
                  <a:lnTo>
                    <a:pt x="10718800" y="4345813"/>
                  </a:lnTo>
                  <a:lnTo>
                    <a:pt x="10769600" y="4345813"/>
                  </a:lnTo>
                  <a:close/>
                  <a:moveTo>
                    <a:pt x="10668000" y="4345813"/>
                  </a:moveTo>
                  <a:lnTo>
                    <a:pt x="10617200" y="4345813"/>
                  </a:lnTo>
                  <a:lnTo>
                    <a:pt x="10617200" y="4320413"/>
                  </a:lnTo>
                  <a:lnTo>
                    <a:pt x="10668000" y="4320413"/>
                  </a:lnTo>
                  <a:close/>
                  <a:moveTo>
                    <a:pt x="10566400" y="4320413"/>
                  </a:moveTo>
                  <a:lnTo>
                    <a:pt x="10515600" y="4320413"/>
                  </a:lnTo>
                  <a:lnTo>
                    <a:pt x="10515600" y="4295013"/>
                  </a:lnTo>
                  <a:lnTo>
                    <a:pt x="10566400" y="4295013"/>
                  </a:lnTo>
                  <a:close/>
                  <a:moveTo>
                    <a:pt x="10464800" y="4295013"/>
                  </a:moveTo>
                  <a:lnTo>
                    <a:pt x="10414000" y="4295013"/>
                  </a:lnTo>
                  <a:lnTo>
                    <a:pt x="10414000" y="4269613"/>
                  </a:lnTo>
                  <a:lnTo>
                    <a:pt x="10464800" y="4269613"/>
                  </a:lnTo>
                  <a:close/>
                  <a:moveTo>
                    <a:pt x="10363200" y="4269613"/>
                  </a:moveTo>
                  <a:lnTo>
                    <a:pt x="10312400" y="4269613"/>
                  </a:lnTo>
                  <a:lnTo>
                    <a:pt x="10312400" y="4244213"/>
                  </a:lnTo>
                  <a:lnTo>
                    <a:pt x="10363200" y="4244213"/>
                  </a:lnTo>
                  <a:close/>
                  <a:moveTo>
                    <a:pt x="10261600" y="4244213"/>
                  </a:moveTo>
                  <a:lnTo>
                    <a:pt x="10210800" y="4244213"/>
                  </a:lnTo>
                  <a:lnTo>
                    <a:pt x="10210800" y="4218813"/>
                  </a:lnTo>
                  <a:lnTo>
                    <a:pt x="10261600" y="4218813"/>
                  </a:lnTo>
                  <a:close/>
                  <a:moveTo>
                    <a:pt x="10160000" y="4218813"/>
                  </a:moveTo>
                  <a:lnTo>
                    <a:pt x="10109200" y="4218813"/>
                  </a:lnTo>
                  <a:lnTo>
                    <a:pt x="10109200" y="4193413"/>
                  </a:lnTo>
                  <a:lnTo>
                    <a:pt x="10160000" y="4193413"/>
                  </a:lnTo>
                  <a:close/>
                  <a:moveTo>
                    <a:pt x="10058400" y="4193413"/>
                  </a:moveTo>
                  <a:lnTo>
                    <a:pt x="10007600" y="4193413"/>
                  </a:lnTo>
                  <a:lnTo>
                    <a:pt x="10007600" y="4168013"/>
                  </a:lnTo>
                  <a:lnTo>
                    <a:pt x="10058400" y="4168013"/>
                  </a:lnTo>
                  <a:close/>
                  <a:moveTo>
                    <a:pt x="9956800" y="4168013"/>
                  </a:moveTo>
                  <a:lnTo>
                    <a:pt x="9906000" y="4168013"/>
                  </a:lnTo>
                  <a:lnTo>
                    <a:pt x="9906000" y="4142613"/>
                  </a:lnTo>
                  <a:lnTo>
                    <a:pt x="9956800" y="4142613"/>
                  </a:lnTo>
                  <a:close/>
                  <a:moveTo>
                    <a:pt x="9855200" y="4142613"/>
                  </a:moveTo>
                  <a:lnTo>
                    <a:pt x="9804400" y="4142613"/>
                  </a:lnTo>
                  <a:lnTo>
                    <a:pt x="9804400" y="4117213"/>
                  </a:lnTo>
                  <a:lnTo>
                    <a:pt x="9855200" y="4117213"/>
                  </a:lnTo>
                  <a:close/>
                  <a:moveTo>
                    <a:pt x="9753600" y="4117213"/>
                  </a:moveTo>
                  <a:lnTo>
                    <a:pt x="9702800" y="4117213"/>
                  </a:lnTo>
                  <a:lnTo>
                    <a:pt x="9702800" y="4091813"/>
                  </a:lnTo>
                  <a:lnTo>
                    <a:pt x="9753600" y="4091813"/>
                  </a:lnTo>
                  <a:close/>
                  <a:moveTo>
                    <a:pt x="9652000" y="4091813"/>
                  </a:moveTo>
                  <a:lnTo>
                    <a:pt x="9601200" y="4091813"/>
                  </a:lnTo>
                  <a:lnTo>
                    <a:pt x="9601200" y="4066413"/>
                  </a:lnTo>
                  <a:lnTo>
                    <a:pt x="9652000" y="4066413"/>
                  </a:lnTo>
                  <a:close/>
                  <a:moveTo>
                    <a:pt x="9550400" y="4066413"/>
                  </a:moveTo>
                  <a:lnTo>
                    <a:pt x="9499600" y="4066413"/>
                  </a:lnTo>
                  <a:lnTo>
                    <a:pt x="9499600" y="4041013"/>
                  </a:lnTo>
                  <a:lnTo>
                    <a:pt x="9550400" y="4041013"/>
                  </a:lnTo>
                  <a:close/>
                  <a:moveTo>
                    <a:pt x="9448800" y="4041013"/>
                  </a:moveTo>
                  <a:lnTo>
                    <a:pt x="9398000" y="4041013"/>
                  </a:lnTo>
                  <a:lnTo>
                    <a:pt x="9398000" y="4015613"/>
                  </a:lnTo>
                  <a:lnTo>
                    <a:pt x="9448800" y="4015613"/>
                  </a:lnTo>
                  <a:close/>
                  <a:moveTo>
                    <a:pt x="9347200" y="4015613"/>
                  </a:moveTo>
                  <a:lnTo>
                    <a:pt x="9296400" y="4015613"/>
                  </a:lnTo>
                  <a:lnTo>
                    <a:pt x="9296400" y="3990213"/>
                  </a:lnTo>
                  <a:lnTo>
                    <a:pt x="9347200" y="3990213"/>
                  </a:lnTo>
                  <a:close/>
                  <a:moveTo>
                    <a:pt x="9245600" y="3990213"/>
                  </a:moveTo>
                  <a:lnTo>
                    <a:pt x="9194800" y="3990213"/>
                  </a:lnTo>
                  <a:lnTo>
                    <a:pt x="9194800" y="3964813"/>
                  </a:lnTo>
                  <a:lnTo>
                    <a:pt x="9245600" y="3964813"/>
                  </a:lnTo>
                  <a:close/>
                  <a:moveTo>
                    <a:pt x="9144000" y="3964813"/>
                  </a:moveTo>
                  <a:lnTo>
                    <a:pt x="9093200" y="3964813"/>
                  </a:lnTo>
                  <a:lnTo>
                    <a:pt x="9093200" y="3939413"/>
                  </a:lnTo>
                  <a:lnTo>
                    <a:pt x="9144000" y="3939413"/>
                  </a:lnTo>
                  <a:close/>
                  <a:moveTo>
                    <a:pt x="9042400" y="3939413"/>
                  </a:moveTo>
                  <a:lnTo>
                    <a:pt x="8991600" y="3939413"/>
                  </a:lnTo>
                  <a:lnTo>
                    <a:pt x="8991600" y="3914013"/>
                  </a:lnTo>
                  <a:lnTo>
                    <a:pt x="9042400" y="3914013"/>
                  </a:lnTo>
                  <a:close/>
                  <a:moveTo>
                    <a:pt x="8940800" y="3914013"/>
                  </a:moveTo>
                  <a:lnTo>
                    <a:pt x="8890000" y="3914013"/>
                  </a:lnTo>
                  <a:lnTo>
                    <a:pt x="8890000" y="3888613"/>
                  </a:lnTo>
                  <a:lnTo>
                    <a:pt x="8940800" y="3888613"/>
                  </a:lnTo>
                  <a:close/>
                  <a:moveTo>
                    <a:pt x="8839200" y="3888613"/>
                  </a:moveTo>
                  <a:lnTo>
                    <a:pt x="8788400" y="3888613"/>
                  </a:lnTo>
                  <a:lnTo>
                    <a:pt x="8788400" y="3863213"/>
                  </a:lnTo>
                  <a:lnTo>
                    <a:pt x="8839200" y="3863213"/>
                  </a:lnTo>
                  <a:close/>
                  <a:moveTo>
                    <a:pt x="8737600" y="3863213"/>
                  </a:moveTo>
                  <a:lnTo>
                    <a:pt x="8686800" y="3863213"/>
                  </a:lnTo>
                  <a:lnTo>
                    <a:pt x="8686800" y="3837813"/>
                  </a:lnTo>
                  <a:lnTo>
                    <a:pt x="8737600" y="3837813"/>
                  </a:lnTo>
                  <a:close/>
                  <a:moveTo>
                    <a:pt x="8636000" y="3837813"/>
                  </a:moveTo>
                  <a:lnTo>
                    <a:pt x="8585200" y="3837813"/>
                  </a:lnTo>
                  <a:lnTo>
                    <a:pt x="8585200" y="3812413"/>
                  </a:lnTo>
                  <a:lnTo>
                    <a:pt x="8636000" y="3812413"/>
                  </a:lnTo>
                  <a:close/>
                  <a:moveTo>
                    <a:pt x="8534400" y="3812413"/>
                  </a:moveTo>
                  <a:lnTo>
                    <a:pt x="8483600" y="3812413"/>
                  </a:lnTo>
                  <a:lnTo>
                    <a:pt x="8483600" y="3787013"/>
                  </a:lnTo>
                  <a:lnTo>
                    <a:pt x="8534400" y="3787013"/>
                  </a:lnTo>
                  <a:close/>
                  <a:moveTo>
                    <a:pt x="8432800" y="3787013"/>
                  </a:moveTo>
                  <a:lnTo>
                    <a:pt x="8382000" y="3787013"/>
                  </a:lnTo>
                  <a:lnTo>
                    <a:pt x="8382000" y="3761613"/>
                  </a:lnTo>
                  <a:lnTo>
                    <a:pt x="8432800" y="3761613"/>
                  </a:lnTo>
                  <a:close/>
                  <a:moveTo>
                    <a:pt x="8331200" y="3761613"/>
                  </a:moveTo>
                  <a:lnTo>
                    <a:pt x="8280400" y="3761613"/>
                  </a:lnTo>
                  <a:lnTo>
                    <a:pt x="8280400" y="3736213"/>
                  </a:lnTo>
                  <a:lnTo>
                    <a:pt x="8331200" y="3736213"/>
                  </a:lnTo>
                  <a:close/>
                  <a:moveTo>
                    <a:pt x="8229600" y="3736213"/>
                  </a:moveTo>
                  <a:lnTo>
                    <a:pt x="8178800" y="3736213"/>
                  </a:lnTo>
                  <a:lnTo>
                    <a:pt x="8178800" y="3710813"/>
                  </a:lnTo>
                  <a:lnTo>
                    <a:pt x="8229600" y="3710813"/>
                  </a:lnTo>
                  <a:close/>
                  <a:moveTo>
                    <a:pt x="8128000" y="3710813"/>
                  </a:moveTo>
                  <a:lnTo>
                    <a:pt x="8077200" y="3710813"/>
                  </a:lnTo>
                  <a:lnTo>
                    <a:pt x="8077200" y="3685413"/>
                  </a:lnTo>
                  <a:lnTo>
                    <a:pt x="8128000" y="3685413"/>
                  </a:lnTo>
                  <a:close/>
                  <a:moveTo>
                    <a:pt x="8026400" y="3685413"/>
                  </a:moveTo>
                  <a:lnTo>
                    <a:pt x="7975600" y="3685413"/>
                  </a:lnTo>
                  <a:lnTo>
                    <a:pt x="7975600" y="3660013"/>
                  </a:lnTo>
                  <a:lnTo>
                    <a:pt x="8026400" y="3660013"/>
                  </a:lnTo>
                  <a:close/>
                  <a:moveTo>
                    <a:pt x="7924800" y="3660013"/>
                  </a:moveTo>
                  <a:lnTo>
                    <a:pt x="7874000" y="3660013"/>
                  </a:lnTo>
                  <a:lnTo>
                    <a:pt x="7874000" y="3634613"/>
                  </a:lnTo>
                  <a:lnTo>
                    <a:pt x="7924800" y="3634613"/>
                  </a:lnTo>
                  <a:close/>
                  <a:moveTo>
                    <a:pt x="7823200" y="3634613"/>
                  </a:moveTo>
                  <a:lnTo>
                    <a:pt x="7772400" y="3634613"/>
                  </a:lnTo>
                  <a:lnTo>
                    <a:pt x="7772400" y="3609213"/>
                  </a:lnTo>
                  <a:lnTo>
                    <a:pt x="7823200" y="3609213"/>
                  </a:lnTo>
                  <a:close/>
                  <a:moveTo>
                    <a:pt x="7721600" y="3609213"/>
                  </a:moveTo>
                  <a:lnTo>
                    <a:pt x="7670800" y="3609213"/>
                  </a:lnTo>
                  <a:lnTo>
                    <a:pt x="7670800" y="3583813"/>
                  </a:lnTo>
                  <a:lnTo>
                    <a:pt x="7721600" y="3583813"/>
                  </a:lnTo>
                  <a:close/>
                  <a:moveTo>
                    <a:pt x="7620000" y="3583813"/>
                  </a:moveTo>
                  <a:lnTo>
                    <a:pt x="7569200" y="3583813"/>
                  </a:lnTo>
                  <a:lnTo>
                    <a:pt x="7569200" y="3558413"/>
                  </a:lnTo>
                  <a:lnTo>
                    <a:pt x="7620000" y="3558413"/>
                  </a:lnTo>
                  <a:close/>
                  <a:moveTo>
                    <a:pt x="7518400" y="3558413"/>
                  </a:moveTo>
                  <a:lnTo>
                    <a:pt x="7467600" y="3558413"/>
                  </a:lnTo>
                  <a:lnTo>
                    <a:pt x="7467600" y="3533013"/>
                  </a:lnTo>
                  <a:lnTo>
                    <a:pt x="7518400" y="3533013"/>
                  </a:lnTo>
                  <a:close/>
                  <a:moveTo>
                    <a:pt x="7416800" y="3533013"/>
                  </a:moveTo>
                  <a:lnTo>
                    <a:pt x="7366000" y="3533013"/>
                  </a:lnTo>
                  <a:lnTo>
                    <a:pt x="7366000" y="3507613"/>
                  </a:lnTo>
                  <a:lnTo>
                    <a:pt x="7416800" y="3507613"/>
                  </a:lnTo>
                  <a:close/>
                  <a:moveTo>
                    <a:pt x="7315200" y="3507613"/>
                  </a:moveTo>
                  <a:lnTo>
                    <a:pt x="7264400" y="3507613"/>
                  </a:lnTo>
                  <a:lnTo>
                    <a:pt x="7264400" y="3482213"/>
                  </a:lnTo>
                  <a:lnTo>
                    <a:pt x="7315200" y="3482213"/>
                  </a:lnTo>
                  <a:close/>
                  <a:moveTo>
                    <a:pt x="7213600" y="3482213"/>
                  </a:moveTo>
                  <a:lnTo>
                    <a:pt x="7162800" y="3482213"/>
                  </a:lnTo>
                  <a:lnTo>
                    <a:pt x="7162800" y="3456813"/>
                  </a:lnTo>
                  <a:lnTo>
                    <a:pt x="7213600" y="3456813"/>
                  </a:lnTo>
                  <a:close/>
                  <a:moveTo>
                    <a:pt x="7112000" y="3456813"/>
                  </a:moveTo>
                  <a:lnTo>
                    <a:pt x="7061200" y="3456813"/>
                  </a:lnTo>
                  <a:lnTo>
                    <a:pt x="7061200" y="3431413"/>
                  </a:lnTo>
                  <a:lnTo>
                    <a:pt x="7112000" y="3431413"/>
                  </a:lnTo>
                  <a:close/>
                  <a:moveTo>
                    <a:pt x="7010400" y="3431413"/>
                  </a:moveTo>
                  <a:lnTo>
                    <a:pt x="6959600" y="3431413"/>
                  </a:lnTo>
                  <a:lnTo>
                    <a:pt x="6959600" y="3406013"/>
                  </a:lnTo>
                  <a:lnTo>
                    <a:pt x="7010400" y="3406013"/>
                  </a:lnTo>
                  <a:close/>
                  <a:moveTo>
                    <a:pt x="6908800" y="3406013"/>
                  </a:moveTo>
                  <a:lnTo>
                    <a:pt x="6858000" y="3406013"/>
                  </a:lnTo>
                  <a:lnTo>
                    <a:pt x="6858000" y="3380613"/>
                  </a:lnTo>
                  <a:lnTo>
                    <a:pt x="6908800" y="3380613"/>
                  </a:lnTo>
                  <a:close/>
                  <a:moveTo>
                    <a:pt x="6807200" y="3380613"/>
                  </a:moveTo>
                  <a:lnTo>
                    <a:pt x="6756400" y="3380613"/>
                  </a:lnTo>
                  <a:lnTo>
                    <a:pt x="6756400" y="3355213"/>
                  </a:lnTo>
                  <a:lnTo>
                    <a:pt x="6807200" y="3355213"/>
                  </a:lnTo>
                  <a:close/>
                  <a:moveTo>
                    <a:pt x="6705600" y="3355213"/>
                  </a:moveTo>
                  <a:lnTo>
                    <a:pt x="6654800" y="3355213"/>
                  </a:lnTo>
                  <a:lnTo>
                    <a:pt x="6654800" y="3329813"/>
                  </a:lnTo>
                  <a:lnTo>
                    <a:pt x="6705600" y="3329813"/>
                  </a:lnTo>
                  <a:close/>
                  <a:moveTo>
                    <a:pt x="6604000" y="3329813"/>
                  </a:moveTo>
                  <a:lnTo>
                    <a:pt x="6553200" y="3329813"/>
                  </a:lnTo>
                  <a:lnTo>
                    <a:pt x="6553200" y="3304413"/>
                  </a:lnTo>
                  <a:lnTo>
                    <a:pt x="6604000" y="3304413"/>
                  </a:lnTo>
                  <a:close/>
                  <a:moveTo>
                    <a:pt x="6502400" y="3304413"/>
                  </a:moveTo>
                  <a:lnTo>
                    <a:pt x="6451600" y="3304413"/>
                  </a:lnTo>
                  <a:lnTo>
                    <a:pt x="6451600" y="3279013"/>
                  </a:lnTo>
                  <a:lnTo>
                    <a:pt x="6502400" y="3279013"/>
                  </a:lnTo>
                  <a:close/>
                  <a:moveTo>
                    <a:pt x="6400800" y="3279013"/>
                  </a:moveTo>
                  <a:lnTo>
                    <a:pt x="6350000" y="3279013"/>
                  </a:lnTo>
                  <a:lnTo>
                    <a:pt x="6350000" y="3253613"/>
                  </a:lnTo>
                  <a:lnTo>
                    <a:pt x="6400800" y="3253613"/>
                  </a:lnTo>
                  <a:close/>
                  <a:moveTo>
                    <a:pt x="6299200" y="3253613"/>
                  </a:moveTo>
                  <a:lnTo>
                    <a:pt x="6248400" y="3253613"/>
                  </a:lnTo>
                  <a:lnTo>
                    <a:pt x="6248400" y="3228213"/>
                  </a:lnTo>
                  <a:lnTo>
                    <a:pt x="6299200" y="3228213"/>
                  </a:lnTo>
                  <a:close/>
                  <a:moveTo>
                    <a:pt x="6197600" y="3228213"/>
                  </a:moveTo>
                  <a:lnTo>
                    <a:pt x="6146800" y="3228213"/>
                  </a:lnTo>
                  <a:lnTo>
                    <a:pt x="6146800" y="3202813"/>
                  </a:lnTo>
                  <a:lnTo>
                    <a:pt x="6197600" y="3202813"/>
                  </a:lnTo>
                  <a:close/>
                  <a:moveTo>
                    <a:pt x="6096000" y="3202813"/>
                  </a:moveTo>
                  <a:lnTo>
                    <a:pt x="6045200" y="3202813"/>
                  </a:lnTo>
                  <a:lnTo>
                    <a:pt x="6045200" y="3177413"/>
                  </a:lnTo>
                  <a:lnTo>
                    <a:pt x="6096000" y="3177413"/>
                  </a:lnTo>
                  <a:close/>
                  <a:moveTo>
                    <a:pt x="5994400" y="3177413"/>
                  </a:moveTo>
                  <a:lnTo>
                    <a:pt x="5943600" y="3177413"/>
                  </a:lnTo>
                  <a:lnTo>
                    <a:pt x="5943600" y="3152013"/>
                  </a:lnTo>
                  <a:lnTo>
                    <a:pt x="5994400" y="3152013"/>
                  </a:lnTo>
                  <a:close/>
                  <a:moveTo>
                    <a:pt x="5892800" y="3152013"/>
                  </a:moveTo>
                  <a:lnTo>
                    <a:pt x="5842000" y="3152013"/>
                  </a:lnTo>
                  <a:lnTo>
                    <a:pt x="5842000" y="3126613"/>
                  </a:lnTo>
                  <a:lnTo>
                    <a:pt x="5892800" y="3126613"/>
                  </a:lnTo>
                  <a:close/>
                  <a:moveTo>
                    <a:pt x="5791200" y="3126613"/>
                  </a:moveTo>
                  <a:lnTo>
                    <a:pt x="5740400" y="3126613"/>
                  </a:lnTo>
                  <a:lnTo>
                    <a:pt x="5740400" y="3101213"/>
                  </a:lnTo>
                  <a:lnTo>
                    <a:pt x="5791200" y="3101213"/>
                  </a:lnTo>
                  <a:close/>
                  <a:moveTo>
                    <a:pt x="5689600" y="3101213"/>
                  </a:moveTo>
                  <a:lnTo>
                    <a:pt x="5638800" y="3101213"/>
                  </a:lnTo>
                  <a:lnTo>
                    <a:pt x="5638800" y="3075813"/>
                  </a:lnTo>
                  <a:lnTo>
                    <a:pt x="5689600" y="3075813"/>
                  </a:lnTo>
                  <a:close/>
                  <a:moveTo>
                    <a:pt x="5588000" y="3075813"/>
                  </a:moveTo>
                  <a:lnTo>
                    <a:pt x="5537200" y="3075813"/>
                  </a:lnTo>
                  <a:lnTo>
                    <a:pt x="5537200" y="3050413"/>
                  </a:lnTo>
                  <a:lnTo>
                    <a:pt x="5588000" y="3050413"/>
                  </a:lnTo>
                  <a:close/>
                  <a:moveTo>
                    <a:pt x="5486400" y="3050413"/>
                  </a:moveTo>
                  <a:lnTo>
                    <a:pt x="5435600" y="3050413"/>
                  </a:lnTo>
                  <a:lnTo>
                    <a:pt x="5435600" y="3025013"/>
                  </a:lnTo>
                  <a:lnTo>
                    <a:pt x="5486400" y="3025013"/>
                  </a:lnTo>
                  <a:close/>
                  <a:moveTo>
                    <a:pt x="5384800" y="3025013"/>
                  </a:moveTo>
                  <a:lnTo>
                    <a:pt x="5334000" y="3025013"/>
                  </a:lnTo>
                  <a:lnTo>
                    <a:pt x="5334000" y="2999613"/>
                  </a:lnTo>
                  <a:lnTo>
                    <a:pt x="5384800" y="2999613"/>
                  </a:lnTo>
                  <a:close/>
                  <a:moveTo>
                    <a:pt x="5283200" y="2999613"/>
                  </a:moveTo>
                  <a:lnTo>
                    <a:pt x="5232400" y="2999613"/>
                  </a:lnTo>
                  <a:lnTo>
                    <a:pt x="5232400" y="2974213"/>
                  </a:lnTo>
                  <a:lnTo>
                    <a:pt x="5283200" y="2974213"/>
                  </a:lnTo>
                  <a:close/>
                  <a:moveTo>
                    <a:pt x="5181600" y="2974213"/>
                  </a:moveTo>
                  <a:lnTo>
                    <a:pt x="5130800" y="2974213"/>
                  </a:lnTo>
                  <a:lnTo>
                    <a:pt x="5130800" y="2948813"/>
                  </a:lnTo>
                  <a:lnTo>
                    <a:pt x="5181600" y="2948813"/>
                  </a:lnTo>
                  <a:close/>
                  <a:moveTo>
                    <a:pt x="5080000" y="2948813"/>
                  </a:moveTo>
                  <a:lnTo>
                    <a:pt x="5029200" y="2948813"/>
                  </a:lnTo>
                  <a:lnTo>
                    <a:pt x="5029200" y="2923413"/>
                  </a:lnTo>
                  <a:lnTo>
                    <a:pt x="5080000" y="2923413"/>
                  </a:lnTo>
                  <a:close/>
                  <a:moveTo>
                    <a:pt x="4978400" y="2923413"/>
                  </a:moveTo>
                  <a:lnTo>
                    <a:pt x="4927600" y="2923413"/>
                  </a:lnTo>
                  <a:lnTo>
                    <a:pt x="4927600" y="2898013"/>
                  </a:lnTo>
                  <a:lnTo>
                    <a:pt x="4978400" y="2898013"/>
                  </a:lnTo>
                  <a:close/>
                  <a:moveTo>
                    <a:pt x="4876800" y="2898013"/>
                  </a:moveTo>
                  <a:lnTo>
                    <a:pt x="4826000" y="2898013"/>
                  </a:lnTo>
                  <a:lnTo>
                    <a:pt x="4826000" y="2872613"/>
                  </a:lnTo>
                  <a:lnTo>
                    <a:pt x="4876800" y="2872613"/>
                  </a:lnTo>
                  <a:close/>
                  <a:moveTo>
                    <a:pt x="4775200" y="2872613"/>
                  </a:moveTo>
                  <a:lnTo>
                    <a:pt x="4724400" y="2872613"/>
                  </a:lnTo>
                  <a:lnTo>
                    <a:pt x="4724400" y="2847213"/>
                  </a:lnTo>
                  <a:lnTo>
                    <a:pt x="4775200" y="2847213"/>
                  </a:lnTo>
                  <a:close/>
                  <a:moveTo>
                    <a:pt x="4673600" y="2847213"/>
                  </a:moveTo>
                  <a:lnTo>
                    <a:pt x="4622800" y="2847213"/>
                  </a:lnTo>
                  <a:lnTo>
                    <a:pt x="4622800" y="2821813"/>
                  </a:lnTo>
                  <a:lnTo>
                    <a:pt x="4673600" y="2821813"/>
                  </a:lnTo>
                  <a:close/>
                  <a:moveTo>
                    <a:pt x="4572000" y="2821813"/>
                  </a:moveTo>
                  <a:lnTo>
                    <a:pt x="4521200" y="2821813"/>
                  </a:lnTo>
                  <a:lnTo>
                    <a:pt x="4521200" y="2796413"/>
                  </a:lnTo>
                  <a:lnTo>
                    <a:pt x="4572000" y="2796413"/>
                  </a:lnTo>
                  <a:close/>
                  <a:moveTo>
                    <a:pt x="4470400" y="2796413"/>
                  </a:moveTo>
                  <a:lnTo>
                    <a:pt x="4419600" y="2796413"/>
                  </a:lnTo>
                  <a:lnTo>
                    <a:pt x="4419600" y="2771013"/>
                  </a:lnTo>
                  <a:lnTo>
                    <a:pt x="4470400" y="2771013"/>
                  </a:lnTo>
                  <a:close/>
                  <a:moveTo>
                    <a:pt x="4368800" y="2771013"/>
                  </a:moveTo>
                  <a:lnTo>
                    <a:pt x="4318000" y="2771013"/>
                  </a:lnTo>
                  <a:lnTo>
                    <a:pt x="4318000" y="2745613"/>
                  </a:lnTo>
                  <a:lnTo>
                    <a:pt x="4368800" y="2745613"/>
                  </a:lnTo>
                  <a:close/>
                  <a:moveTo>
                    <a:pt x="4267200" y="2745613"/>
                  </a:moveTo>
                  <a:lnTo>
                    <a:pt x="4216400" y="2745613"/>
                  </a:lnTo>
                  <a:lnTo>
                    <a:pt x="4216400" y="2720213"/>
                  </a:lnTo>
                  <a:lnTo>
                    <a:pt x="4267200" y="2720213"/>
                  </a:lnTo>
                  <a:close/>
                  <a:moveTo>
                    <a:pt x="4165600" y="2720213"/>
                  </a:moveTo>
                  <a:lnTo>
                    <a:pt x="4114800" y="2720213"/>
                  </a:lnTo>
                  <a:lnTo>
                    <a:pt x="4114800" y="2694813"/>
                  </a:lnTo>
                  <a:lnTo>
                    <a:pt x="4165600" y="2694813"/>
                  </a:lnTo>
                  <a:close/>
                  <a:moveTo>
                    <a:pt x="4064000" y="2694813"/>
                  </a:moveTo>
                  <a:lnTo>
                    <a:pt x="4013200" y="2694813"/>
                  </a:lnTo>
                  <a:lnTo>
                    <a:pt x="4013200" y="2669413"/>
                  </a:lnTo>
                  <a:lnTo>
                    <a:pt x="4064000" y="2669413"/>
                  </a:lnTo>
                  <a:close/>
                  <a:moveTo>
                    <a:pt x="3962400" y="2669413"/>
                  </a:moveTo>
                  <a:lnTo>
                    <a:pt x="3911600" y="2669413"/>
                  </a:lnTo>
                  <a:lnTo>
                    <a:pt x="3911600" y="2644013"/>
                  </a:lnTo>
                  <a:lnTo>
                    <a:pt x="3962400" y="2644013"/>
                  </a:lnTo>
                  <a:close/>
                  <a:moveTo>
                    <a:pt x="3860800" y="2644013"/>
                  </a:moveTo>
                  <a:lnTo>
                    <a:pt x="3810000" y="2644013"/>
                  </a:lnTo>
                  <a:lnTo>
                    <a:pt x="3810000" y="2618613"/>
                  </a:lnTo>
                  <a:lnTo>
                    <a:pt x="3860800" y="2618613"/>
                  </a:lnTo>
                  <a:close/>
                  <a:moveTo>
                    <a:pt x="3759200" y="2618613"/>
                  </a:moveTo>
                  <a:lnTo>
                    <a:pt x="3708400" y="2618613"/>
                  </a:lnTo>
                  <a:lnTo>
                    <a:pt x="3708400" y="2593213"/>
                  </a:lnTo>
                  <a:lnTo>
                    <a:pt x="3759200" y="2593213"/>
                  </a:lnTo>
                  <a:close/>
                  <a:moveTo>
                    <a:pt x="3657600" y="2593213"/>
                  </a:moveTo>
                  <a:lnTo>
                    <a:pt x="3606800" y="2593213"/>
                  </a:lnTo>
                  <a:lnTo>
                    <a:pt x="3606800" y="2567813"/>
                  </a:lnTo>
                  <a:lnTo>
                    <a:pt x="3657600" y="2567813"/>
                  </a:lnTo>
                  <a:close/>
                  <a:moveTo>
                    <a:pt x="3556000" y="2567813"/>
                  </a:moveTo>
                  <a:lnTo>
                    <a:pt x="3505200" y="2567813"/>
                  </a:lnTo>
                  <a:lnTo>
                    <a:pt x="3505200" y="2542413"/>
                  </a:lnTo>
                  <a:lnTo>
                    <a:pt x="3556000" y="2542413"/>
                  </a:lnTo>
                  <a:close/>
                  <a:moveTo>
                    <a:pt x="3454400" y="2542413"/>
                  </a:moveTo>
                  <a:lnTo>
                    <a:pt x="3403600" y="2542413"/>
                  </a:lnTo>
                  <a:lnTo>
                    <a:pt x="3403600" y="2517013"/>
                  </a:lnTo>
                  <a:lnTo>
                    <a:pt x="3454400" y="2517013"/>
                  </a:lnTo>
                  <a:close/>
                  <a:moveTo>
                    <a:pt x="3352800" y="2517013"/>
                  </a:moveTo>
                  <a:lnTo>
                    <a:pt x="3302000" y="2517013"/>
                  </a:lnTo>
                  <a:lnTo>
                    <a:pt x="3302000" y="2491613"/>
                  </a:lnTo>
                  <a:lnTo>
                    <a:pt x="3352800" y="2491613"/>
                  </a:lnTo>
                  <a:close/>
                  <a:moveTo>
                    <a:pt x="3251200" y="2491613"/>
                  </a:moveTo>
                  <a:lnTo>
                    <a:pt x="3200400" y="2491613"/>
                  </a:lnTo>
                  <a:lnTo>
                    <a:pt x="3200400" y="2466213"/>
                  </a:lnTo>
                  <a:lnTo>
                    <a:pt x="3251200" y="2466213"/>
                  </a:lnTo>
                  <a:close/>
                  <a:moveTo>
                    <a:pt x="3149600" y="2466213"/>
                  </a:moveTo>
                  <a:lnTo>
                    <a:pt x="3098800" y="2466213"/>
                  </a:lnTo>
                  <a:lnTo>
                    <a:pt x="3098800" y="2440813"/>
                  </a:lnTo>
                  <a:lnTo>
                    <a:pt x="3149600" y="2440813"/>
                  </a:lnTo>
                  <a:close/>
                  <a:moveTo>
                    <a:pt x="3048000" y="2440813"/>
                  </a:moveTo>
                  <a:lnTo>
                    <a:pt x="2997200" y="2440813"/>
                  </a:lnTo>
                  <a:lnTo>
                    <a:pt x="2997200" y="2415413"/>
                  </a:lnTo>
                  <a:lnTo>
                    <a:pt x="3048000" y="2415413"/>
                  </a:lnTo>
                  <a:close/>
                  <a:moveTo>
                    <a:pt x="2946400" y="2415413"/>
                  </a:moveTo>
                  <a:lnTo>
                    <a:pt x="2895600" y="2415413"/>
                  </a:lnTo>
                  <a:lnTo>
                    <a:pt x="2895600" y="2390013"/>
                  </a:lnTo>
                  <a:lnTo>
                    <a:pt x="2946400" y="2390013"/>
                  </a:lnTo>
                  <a:close/>
                  <a:moveTo>
                    <a:pt x="2844800" y="2390013"/>
                  </a:moveTo>
                  <a:lnTo>
                    <a:pt x="2794000" y="2390013"/>
                  </a:lnTo>
                  <a:lnTo>
                    <a:pt x="2794000" y="2364613"/>
                  </a:lnTo>
                  <a:lnTo>
                    <a:pt x="2844800" y="2364613"/>
                  </a:lnTo>
                  <a:close/>
                  <a:moveTo>
                    <a:pt x="2743200" y="2364613"/>
                  </a:moveTo>
                  <a:lnTo>
                    <a:pt x="2692400" y="2364613"/>
                  </a:lnTo>
                  <a:lnTo>
                    <a:pt x="2692400" y="2339213"/>
                  </a:lnTo>
                  <a:lnTo>
                    <a:pt x="2743200" y="2339213"/>
                  </a:lnTo>
                  <a:close/>
                  <a:moveTo>
                    <a:pt x="2641600" y="2339213"/>
                  </a:moveTo>
                  <a:lnTo>
                    <a:pt x="2590800" y="2339213"/>
                  </a:lnTo>
                  <a:lnTo>
                    <a:pt x="2590800" y="2313813"/>
                  </a:lnTo>
                  <a:lnTo>
                    <a:pt x="2641600" y="2313813"/>
                  </a:lnTo>
                  <a:close/>
                  <a:moveTo>
                    <a:pt x="2540000" y="2313813"/>
                  </a:moveTo>
                  <a:lnTo>
                    <a:pt x="2489200" y="2313813"/>
                  </a:lnTo>
                  <a:lnTo>
                    <a:pt x="2489200" y="2288413"/>
                  </a:lnTo>
                  <a:lnTo>
                    <a:pt x="2540000" y="2288413"/>
                  </a:lnTo>
                  <a:close/>
                  <a:moveTo>
                    <a:pt x="2438400" y="2288413"/>
                  </a:moveTo>
                  <a:lnTo>
                    <a:pt x="2387600" y="2288413"/>
                  </a:lnTo>
                  <a:lnTo>
                    <a:pt x="2387600" y="2263013"/>
                  </a:lnTo>
                  <a:lnTo>
                    <a:pt x="2438400" y="2263013"/>
                  </a:lnTo>
                  <a:close/>
                  <a:moveTo>
                    <a:pt x="2336800" y="2263013"/>
                  </a:moveTo>
                  <a:lnTo>
                    <a:pt x="2286000" y="2263013"/>
                  </a:lnTo>
                  <a:lnTo>
                    <a:pt x="2286000" y="2237613"/>
                  </a:lnTo>
                  <a:lnTo>
                    <a:pt x="2336800" y="2237613"/>
                  </a:lnTo>
                  <a:close/>
                  <a:moveTo>
                    <a:pt x="2235200" y="2237613"/>
                  </a:moveTo>
                  <a:lnTo>
                    <a:pt x="2184400" y="2237613"/>
                  </a:lnTo>
                  <a:lnTo>
                    <a:pt x="2184400" y="2212213"/>
                  </a:lnTo>
                  <a:lnTo>
                    <a:pt x="2235200" y="2212213"/>
                  </a:lnTo>
                  <a:close/>
                  <a:moveTo>
                    <a:pt x="2133600" y="2212213"/>
                  </a:moveTo>
                  <a:lnTo>
                    <a:pt x="2082800" y="2212213"/>
                  </a:lnTo>
                  <a:lnTo>
                    <a:pt x="2082800" y="2186813"/>
                  </a:lnTo>
                  <a:lnTo>
                    <a:pt x="2133600" y="2186813"/>
                  </a:lnTo>
                  <a:close/>
                  <a:moveTo>
                    <a:pt x="2032000" y="2186813"/>
                  </a:moveTo>
                  <a:lnTo>
                    <a:pt x="1981200" y="2186813"/>
                  </a:lnTo>
                  <a:lnTo>
                    <a:pt x="1981200" y="2161413"/>
                  </a:lnTo>
                  <a:lnTo>
                    <a:pt x="2032000" y="2161413"/>
                  </a:lnTo>
                  <a:close/>
                  <a:moveTo>
                    <a:pt x="1930400" y="2161413"/>
                  </a:moveTo>
                  <a:lnTo>
                    <a:pt x="1879600" y="2161413"/>
                  </a:lnTo>
                  <a:lnTo>
                    <a:pt x="1879600" y="2136013"/>
                  </a:lnTo>
                  <a:lnTo>
                    <a:pt x="1930400" y="2136013"/>
                  </a:lnTo>
                  <a:close/>
                  <a:moveTo>
                    <a:pt x="1828800" y="2136013"/>
                  </a:moveTo>
                  <a:lnTo>
                    <a:pt x="1778000" y="2136013"/>
                  </a:lnTo>
                  <a:lnTo>
                    <a:pt x="1778000" y="2110613"/>
                  </a:lnTo>
                  <a:lnTo>
                    <a:pt x="1828800" y="2110613"/>
                  </a:lnTo>
                  <a:close/>
                  <a:moveTo>
                    <a:pt x="1727200" y="2110613"/>
                  </a:moveTo>
                  <a:lnTo>
                    <a:pt x="1676400" y="2110613"/>
                  </a:lnTo>
                  <a:lnTo>
                    <a:pt x="1676400" y="2085213"/>
                  </a:lnTo>
                  <a:lnTo>
                    <a:pt x="1727200" y="2085213"/>
                  </a:lnTo>
                  <a:close/>
                  <a:moveTo>
                    <a:pt x="1625600" y="2085213"/>
                  </a:moveTo>
                  <a:lnTo>
                    <a:pt x="1574800" y="2085213"/>
                  </a:lnTo>
                  <a:lnTo>
                    <a:pt x="1574800" y="2059813"/>
                  </a:lnTo>
                  <a:lnTo>
                    <a:pt x="1625600" y="2059813"/>
                  </a:lnTo>
                  <a:close/>
                  <a:moveTo>
                    <a:pt x="1524000" y="2059813"/>
                  </a:moveTo>
                  <a:lnTo>
                    <a:pt x="1473200" y="2059813"/>
                  </a:lnTo>
                  <a:lnTo>
                    <a:pt x="1473200" y="2034413"/>
                  </a:lnTo>
                  <a:lnTo>
                    <a:pt x="1524000" y="2034413"/>
                  </a:lnTo>
                  <a:close/>
                  <a:moveTo>
                    <a:pt x="1422400" y="2034413"/>
                  </a:moveTo>
                  <a:lnTo>
                    <a:pt x="1371600" y="2034413"/>
                  </a:lnTo>
                  <a:lnTo>
                    <a:pt x="1371600" y="2009013"/>
                  </a:lnTo>
                  <a:lnTo>
                    <a:pt x="1422400" y="2009013"/>
                  </a:lnTo>
                  <a:close/>
                  <a:moveTo>
                    <a:pt x="1320800" y="2009013"/>
                  </a:moveTo>
                  <a:lnTo>
                    <a:pt x="1270000" y="2009013"/>
                  </a:lnTo>
                  <a:lnTo>
                    <a:pt x="1270000" y="1983613"/>
                  </a:lnTo>
                  <a:lnTo>
                    <a:pt x="1320800" y="1983613"/>
                  </a:lnTo>
                  <a:close/>
                  <a:moveTo>
                    <a:pt x="1219200" y="1983613"/>
                  </a:moveTo>
                  <a:lnTo>
                    <a:pt x="1168400" y="1983613"/>
                  </a:lnTo>
                  <a:lnTo>
                    <a:pt x="1168400" y="1958213"/>
                  </a:lnTo>
                  <a:lnTo>
                    <a:pt x="1219200" y="1958213"/>
                  </a:lnTo>
                  <a:close/>
                  <a:moveTo>
                    <a:pt x="1117600" y="1958213"/>
                  </a:moveTo>
                  <a:lnTo>
                    <a:pt x="1066800" y="1958213"/>
                  </a:lnTo>
                  <a:lnTo>
                    <a:pt x="1066800" y="1932813"/>
                  </a:lnTo>
                  <a:lnTo>
                    <a:pt x="1117600" y="1932813"/>
                  </a:lnTo>
                  <a:close/>
                  <a:moveTo>
                    <a:pt x="1016000" y="1932813"/>
                  </a:moveTo>
                  <a:lnTo>
                    <a:pt x="965200" y="1932813"/>
                  </a:lnTo>
                  <a:lnTo>
                    <a:pt x="965200" y="1907413"/>
                  </a:lnTo>
                  <a:lnTo>
                    <a:pt x="1016000" y="1907413"/>
                  </a:lnTo>
                  <a:close/>
                  <a:moveTo>
                    <a:pt x="914400" y="1907413"/>
                  </a:moveTo>
                  <a:lnTo>
                    <a:pt x="863600" y="1907413"/>
                  </a:lnTo>
                  <a:lnTo>
                    <a:pt x="863600" y="1882013"/>
                  </a:lnTo>
                  <a:lnTo>
                    <a:pt x="914400" y="1882013"/>
                  </a:lnTo>
                  <a:close/>
                  <a:moveTo>
                    <a:pt x="812800" y="1882013"/>
                  </a:moveTo>
                  <a:lnTo>
                    <a:pt x="762000" y="1882013"/>
                  </a:lnTo>
                  <a:lnTo>
                    <a:pt x="762000" y="1856613"/>
                  </a:lnTo>
                  <a:lnTo>
                    <a:pt x="812800" y="1856613"/>
                  </a:lnTo>
                  <a:close/>
                  <a:moveTo>
                    <a:pt x="711200" y="1856613"/>
                  </a:moveTo>
                  <a:lnTo>
                    <a:pt x="660400" y="1856613"/>
                  </a:lnTo>
                  <a:lnTo>
                    <a:pt x="660400" y="1831213"/>
                  </a:lnTo>
                  <a:lnTo>
                    <a:pt x="711200" y="1831213"/>
                  </a:lnTo>
                  <a:close/>
                  <a:moveTo>
                    <a:pt x="609600" y="1831213"/>
                  </a:moveTo>
                  <a:lnTo>
                    <a:pt x="558800" y="1831213"/>
                  </a:lnTo>
                  <a:lnTo>
                    <a:pt x="558800" y="1805813"/>
                  </a:lnTo>
                  <a:lnTo>
                    <a:pt x="609600" y="1805813"/>
                  </a:lnTo>
                  <a:close/>
                  <a:moveTo>
                    <a:pt x="508000" y="1805813"/>
                  </a:moveTo>
                  <a:lnTo>
                    <a:pt x="457200" y="1805813"/>
                  </a:lnTo>
                  <a:lnTo>
                    <a:pt x="457200" y="1780413"/>
                  </a:lnTo>
                  <a:lnTo>
                    <a:pt x="508000" y="1780413"/>
                  </a:lnTo>
                  <a:close/>
                  <a:moveTo>
                    <a:pt x="406400" y="1780413"/>
                  </a:moveTo>
                  <a:lnTo>
                    <a:pt x="355600" y="1780413"/>
                  </a:lnTo>
                  <a:lnTo>
                    <a:pt x="355600" y="1755013"/>
                  </a:lnTo>
                  <a:lnTo>
                    <a:pt x="406400" y="1755013"/>
                  </a:lnTo>
                  <a:close/>
                  <a:moveTo>
                    <a:pt x="304800" y="1755013"/>
                  </a:moveTo>
                  <a:lnTo>
                    <a:pt x="254000" y="1755013"/>
                  </a:lnTo>
                  <a:lnTo>
                    <a:pt x="254000" y="1729613"/>
                  </a:lnTo>
                  <a:lnTo>
                    <a:pt x="304800" y="1729613"/>
                  </a:lnTo>
                  <a:close/>
                  <a:moveTo>
                    <a:pt x="203200" y="1729613"/>
                  </a:moveTo>
                  <a:lnTo>
                    <a:pt x="152400" y="1729613"/>
                  </a:lnTo>
                  <a:lnTo>
                    <a:pt x="152400" y="1704213"/>
                  </a:lnTo>
                  <a:lnTo>
                    <a:pt x="203200" y="1704213"/>
                  </a:lnTo>
                  <a:close/>
                  <a:moveTo>
                    <a:pt x="101600" y="1704213"/>
                  </a:moveTo>
                  <a:lnTo>
                    <a:pt x="50800" y="1704213"/>
                  </a:lnTo>
                  <a:lnTo>
                    <a:pt x="50800" y="1678813"/>
                  </a:lnTo>
                  <a:lnTo>
                    <a:pt x="101600" y="1678813"/>
                  </a:lnTo>
                  <a:close/>
                  <a:moveTo>
                    <a:pt x="0" y="1678813"/>
                  </a:moveTo>
                  <a:lnTo>
                    <a:pt x="1681099" y="1678813"/>
                  </a:lnTo>
                  <a:lnTo>
                    <a:pt x="1681099" y="1666113"/>
                  </a:lnTo>
                  <a:lnTo>
                    <a:pt x="1681099" y="1678813"/>
                  </a:lnTo>
                  <a:cubicBezTo>
                    <a:pt x="1669796" y="1678813"/>
                    <a:pt x="1658493" y="1678686"/>
                    <a:pt x="1647317" y="1678305"/>
                  </a:cubicBezTo>
                  <a:lnTo>
                    <a:pt x="1648079" y="1652905"/>
                  </a:lnTo>
                  <a:cubicBezTo>
                    <a:pt x="1659128" y="1653286"/>
                    <a:pt x="1670050" y="1653413"/>
                    <a:pt x="1681226" y="1653413"/>
                  </a:cubicBezTo>
                  <a:lnTo>
                    <a:pt x="1698752" y="1653413"/>
                  </a:lnTo>
                  <a:close/>
                  <a:moveTo>
                    <a:pt x="1596009" y="1650365"/>
                  </a:moveTo>
                  <a:cubicBezTo>
                    <a:pt x="1578864" y="1649095"/>
                    <a:pt x="1561846" y="1647444"/>
                    <a:pt x="1544955" y="1645539"/>
                  </a:cubicBezTo>
                  <a:lnTo>
                    <a:pt x="1547876" y="1620266"/>
                  </a:lnTo>
                  <a:cubicBezTo>
                    <a:pt x="1564386" y="1622171"/>
                    <a:pt x="1581023" y="1623822"/>
                    <a:pt x="1597787" y="1624965"/>
                  </a:cubicBezTo>
                  <a:close/>
                  <a:moveTo>
                    <a:pt x="1495806" y="1612900"/>
                  </a:moveTo>
                  <a:cubicBezTo>
                    <a:pt x="1478915" y="1610106"/>
                    <a:pt x="1462151" y="1607058"/>
                    <a:pt x="1445514" y="1603502"/>
                  </a:cubicBezTo>
                  <a:lnTo>
                    <a:pt x="1450721" y="1578610"/>
                  </a:lnTo>
                  <a:cubicBezTo>
                    <a:pt x="1466977" y="1582039"/>
                    <a:pt x="1483360" y="1585087"/>
                    <a:pt x="1499870" y="1587754"/>
                  </a:cubicBezTo>
                  <a:close/>
                  <a:moveTo>
                    <a:pt x="1399413" y="1566672"/>
                  </a:moveTo>
                  <a:cubicBezTo>
                    <a:pt x="1382776" y="1562354"/>
                    <a:pt x="1366393" y="1557782"/>
                    <a:pt x="1350137" y="1552829"/>
                  </a:cubicBezTo>
                  <a:lnTo>
                    <a:pt x="1357503" y="1528572"/>
                  </a:lnTo>
                  <a:cubicBezTo>
                    <a:pt x="1373378" y="1533398"/>
                    <a:pt x="1389507" y="1537970"/>
                    <a:pt x="1405763" y="1542161"/>
                  </a:cubicBezTo>
                  <a:close/>
                  <a:moveTo>
                    <a:pt x="1307592" y="1512189"/>
                  </a:moveTo>
                  <a:cubicBezTo>
                    <a:pt x="1291463" y="1506474"/>
                    <a:pt x="1275461" y="1500378"/>
                    <a:pt x="1259713" y="1493901"/>
                  </a:cubicBezTo>
                  <a:lnTo>
                    <a:pt x="1269238" y="1470406"/>
                  </a:lnTo>
                  <a:cubicBezTo>
                    <a:pt x="1284732" y="1476756"/>
                    <a:pt x="1300353" y="1482598"/>
                    <a:pt x="1316101" y="1488313"/>
                  </a:cubicBezTo>
                  <a:close/>
                  <a:moveTo>
                    <a:pt x="1220978" y="1449578"/>
                  </a:moveTo>
                  <a:cubicBezTo>
                    <a:pt x="1205357" y="1442466"/>
                    <a:pt x="1189990" y="1434846"/>
                    <a:pt x="1174877" y="1427099"/>
                  </a:cubicBezTo>
                  <a:lnTo>
                    <a:pt x="1186561" y="1404493"/>
                  </a:lnTo>
                  <a:cubicBezTo>
                    <a:pt x="1201420" y="1412113"/>
                    <a:pt x="1216406" y="1419479"/>
                    <a:pt x="1231646" y="1426464"/>
                  </a:cubicBezTo>
                  <a:close/>
                  <a:moveTo>
                    <a:pt x="1140460" y="1379347"/>
                  </a:moveTo>
                  <a:cubicBezTo>
                    <a:pt x="1125601" y="1370838"/>
                    <a:pt x="1110996" y="1361948"/>
                    <a:pt x="1096518" y="1352804"/>
                  </a:cubicBezTo>
                  <a:lnTo>
                    <a:pt x="1078738" y="6616700"/>
                  </a:lnTo>
                  <a:cubicBezTo>
                    <a:pt x="1092835" y="6625717"/>
                    <a:pt x="1107186" y="6634353"/>
                    <a:pt x="1121664" y="6642735"/>
                  </a:cubicBezTo>
                  <a:close/>
                  <a:moveTo>
                    <a:pt x="1035050" y="6587617"/>
                  </a:moveTo>
                  <a:cubicBezTo>
                    <a:pt x="1020953" y="6577838"/>
                    <a:pt x="1007237" y="6567678"/>
                    <a:pt x="993648" y="6557264"/>
                  </a:cubicBezTo>
                  <a:lnTo>
                    <a:pt x="1009142" y="6537071"/>
                  </a:lnTo>
                  <a:cubicBezTo>
                    <a:pt x="1022350" y="6547231"/>
                    <a:pt x="1035939" y="6557137"/>
                    <a:pt x="1049655" y="6566789"/>
                  </a:cubicBezTo>
                  <a:close/>
                  <a:moveTo>
                    <a:pt x="968248" y="6504178"/>
                  </a:moveTo>
                  <a:cubicBezTo>
                    <a:pt x="955167" y="6493129"/>
                    <a:pt x="942340" y="6481826"/>
                    <a:pt x="929767" y="6470269"/>
                  </a:cubicBezTo>
                  <a:lnTo>
                    <a:pt x="947039" y="6451600"/>
                  </a:lnTo>
                  <a:cubicBezTo>
                    <a:pt x="959358" y="6462903"/>
                    <a:pt x="971931" y="6474079"/>
                    <a:pt x="984758" y="6484874"/>
                  </a:cubicBezTo>
                  <a:close/>
                  <a:moveTo>
                    <a:pt x="909193" y="6415278"/>
                  </a:moveTo>
                  <a:cubicBezTo>
                    <a:pt x="897128" y="6403086"/>
                    <a:pt x="885317" y="6390767"/>
                    <a:pt x="873887" y="6378067"/>
                  </a:cubicBezTo>
                  <a:lnTo>
                    <a:pt x="892683" y="6361049"/>
                  </a:lnTo>
                  <a:cubicBezTo>
                    <a:pt x="903986" y="6373495"/>
                    <a:pt x="915416" y="6385560"/>
                    <a:pt x="927227" y="6397498"/>
                  </a:cubicBezTo>
                  <a:close/>
                  <a:moveTo>
                    <a:pt x="858139" y="6321425"/>
                  </a:moveTo>
                  <a:cubicBezTo>
                    <a:pt x="847217" y="6308217"/>
                    <a:pt x="836549" y="6294882"/>
                    <a:pt x="826262" y="6281166"/>
                  </a:cubicBezTo>
                  <a:lnTo>
                    <a:pt x="846455" y="6265799"/>
                  </a:lnTo>
                  <a:cubicBezTo>
                    <a:pt x="856615" y="6279134"/>
                    <a:pt x="866902" y="6292215"/>
                    <a:pt x="877697" y="6305169"/>
                  </a:cubicBezTo>
                  <a:close/>
                  <a:moveTo>
                    <a:pt x="815721" y="6223254"/>
                  </a:moveTo>
                  <a:cubicBezTo>
                    <a:pt x="806069" y="6209157"/>
                    <a:pt x="796671" y="6194933"/>
                    <a:pt x="787527" y="6180328"/>
                  </a:cubicBezTo>
                  <a:lnTo>
                    <a:pt x="809117" y="6166866"/>
                  </a:lnTo>
                  <a:cubicBezTo>
                    <a:pt x="818007" y="6181090"/>
                    <a:pt x="827151" y="6195060"/>
                    <a:pt x="836676" y="6208776"/>
                  </a:cubicBezTo>
                  <a:close/>
                  <a:moveTo>
                    <a:pt x="782320" y="6121654"/>
                  </a:moveTo>
                  <a:cubicBezTo>
                    <a:pt x="773938" y="6106795"/>
                    <a:pt x="765810" y="6091682"/>
                    <a:pt x="758063" y="6076442"/>
                  </a:cubicBezTo>
                  <a:lnTo>
                    <a:pt x="780669" y="6065012"/>
                  </a:lnTo>
                  <a:cubicBezTo>
                    <a:pt x="788289" y="6079998"/>
                    <a:pt x="796163" y="6094730"/>
                    <a:pt x="804291" y="6109208"/>
                  </a:cubicBezTo>
                  <a:close/>
                  <a:moveTo>
                    <a:pt x="633857" y="6140831"/>
                  </a:moveTo>
                  <a:cubicBezTo>
                    <a:pt x="626872" y="6125210"/>
                    <a:pt x="620141" y="6109462"/>
                    <a:pt x="613791" y="6093587"/>
                  </a:cubicBezTo>
                  <a:lnTo>
                    <a:pt x="637413" y="6084189"/>
                  </a:lnTo>
                  <a:cubicBezTo>
                    <a:pt x="643636" y="6099810"/>
                    <a:pt x="650113" y="6115177"/>
                    <a:pt x="656971" y="6130417"/>
                  </a:cubicBezTo>
                  <a:close/>
                  <a:moveTo>
                    <a:pt x="619125" y="6035040"/>
                  </a:moveTo>
                  <a:cubicBezTo>
                    <a:pt x="613537" y="6018911"/>
                    <a:pt x="608330" y="6002528"/>
                    <a:pt x="603377" y="5986145"/>
                  </a:cubicBezTo>
                  <a:lnTo>
                    <a:pt x="627761" y="5978906"/>
                  </a:lnTo>
                  <a:cubicBezTo>
                    <a:pt x="632460" y="5995035"/>
                    <a:pt x="637667" y="6010910"/>
                    <a:pt x="643128" y="6026785"/>
                  </a:cubicBezTo>
                  <a:close/>
                  <a:moveTo>
                    <a:pt x="614045" y="5928360"/>
                  </a:moveTo>
                  <a:cubicBezTo>
                    <a:pt x="609981" y="5911723"/>
                    <a:pt x="606171" y="5894959"/>
                    <a:pt x="602869" y="5878068"/>
                  </a:cubicBezTo>
                  <a:lnTo>
                    <a:pt x="627761" y="5873115"/>
                  </a:lnTo>
                  <a:cubicBezTo>
                    <a:pt x="631063" y="5889625"/>
                    <a:pt x="634746" y="5906008"/>
                    <a:pt x="638683" y="5922264"/>
                  </a:cubicBezTo>
                  <a:close/>
                  <a:moveTo>
                    <a:pt x="618617" y="5821553"/>
                  </a:moveTo>
                  <a:cubicBezTo>
                    <a:pt x="616077" y="5804662"/>
                    <a:pt x="613791" y="5787644"/>
                    <a:pt x="612013" y="5770372"/>
                  </a:cubicBezTo>
                  <a:lnTo>
                    <a:pt x="637286" y="5767705"/>
                  </a:lnTo>
                  <a:cubicBezTo>
                    <a:pt x="639064" y="5784469"/>
                    <a:pt x="641223" y="5801106"/>
                    <a:pt x="643763" y="5817743"/>
                  </a:cubicBezTo>
                  <a:close/>
                  <a:moveTo>
                    <a:pt x="535813" y="5744210"/>
                  </a:moveTo>
                  <a:cubicBezTo>
                    <a:pt x="534797" y="5727192"/>
                    <a:pt x="534035" y="5710047"/>
                    <a:pt x="533781" y="5692775"/>
                  </a:cubicBezTo>
                  <a:lnTo>
                    <a:pt x="559181" y="5692267"/>
                  </a:lnTo>
                  <a:cubicBezTo>
                    <a:pt x="559435" y="5709158"/>
                    <a:pt x="560197" y="5725922"/>
                    <a:pt x="561213" y="5742559"/>
                  </a:cubicBezTo>
                  <a:close/>
                  <a:moveTo>
                    <a:pt x="533527" y="5641594"/>
                  </a:moveTo>
                  <a:lnTo>
                    <a:pt x="533527" y="5590794"/>
                  </a:lnTo>
                  <a:lnTo>
                    <a:pt x="558927" y="5590794"/>
                  </a:lnTo>
                  <a:lnTo>
                    <a:pt x="558927" y="5641594"/>
                  </a:lnTo>
                  <a:close/>
                  <a:moveTo>
                    <a:pt x="558927" y="5539994"/>
                  </a:moveTo>
                  <a:lnTo>
                    <a:pt x="558927" y="5489194"/>
                  </a:lnTo>
                  <a:lnTo>
                    <a:pt x="558927" y="5539994"/>
                  </a:lnTo>
                  <a:close/>
                  <a:moveTo>
                    <a:pt x="558927" y="5438394"/>
                  </a:moveTo>
                  <a:lnTo>
                    <a:pt x="558927" y="5387594"/>
                  </a:lnTo>
                  <a:lnTo>
                    <a:pt x="558927" y="5438394"/>
                  </a:lnTo>
                  <a:close/>
                  <a:moveTo>
                    <a:pt x="558927" y="5336794"/>
                  </a:moveTo>
                  <a:lnTo>
                    <a:pt x="558927" y="5285994"/>
                  </a:lnTo>
                  <a:lnTo>
                    <a:pt x="558927" y="5336794"/>
                  </a:lnTo>
                  <a:close/>
                  <a:moveTo>
                    <a:pt x="558927" y="5235194"/>
                  </a:moveTo>
                  <a:lnTo>
                    <a:pt x="558927" y="5184394"/>
                  </a:lnTo>
                  <a:lnTo>
                    <a:pt x="558927" y="5235194"/>
                  </a:lnTo>
                  <a:close/>
                  <a:moveTo>
                    <a:pt x="558927" y="5133594"/>
                  </a:moveTo>
                  <a:lnTo>
                    <a:pt x="558927" y="5082794"/>
                  </a:lnTo>
                  <a:lnTo>
                    <a:pt x="558927" y="5133594"/>
                  </a:lnTo>
                  <a:close/>
                  <a:moveTo>
                    <a:pt x="558927" y="5031994"/>
                  </a:moveTo>
                  <a:lnTo>
                    <a:pt x="558927" y="4981194"/>
                  </a:lnTo>
                  <a:lnTo>
                    <a:pt x="558927" y="5031994"/>
                  </a:lnTo>
                  <a:close/>
                  <a:moveTo>
                    <a:pt x="558927" y="4930394"/>
                  </a:moveTo>
                  <a:lnTo>
                    <a:pt x="558927" y="4879594"/>
                  </a:lnTo>
                  <a:lnTo>
                    <a:pt x="558927" y="4930394"/>
                  </a:lnTo>
                  <a:close/>
                  <a:moveTo>
                    <a:pt x="558927" y="4828794"/>
                  </a:moveTo>
                  <a:lnTo>
                    <a:pt x="558927" y="4777994"/>
                  </a:lnTo>
                  <a:lnTo>
                    <a:pt x="558927" y="4828794"/>
                  </a:lnTo>
                  <a:close/>
                  <a:moveTo>
                    <a:pt x="558927" y="4727194"/>
                  </a:moveTo>
                  <a:lnTo>
                    <a:pt x="558927" y="4676394"/>
                  </a:lnTo>
                  <a:lnTo>
                    <a:pt x="558927" y="4727194"/>
                  </a:lnTo>
                  <a:close/>
                  <a:moveTo>
                    <a:pt x="558927" y="4625594"/>
                  </a:moveTo>
                  <a:lnTo>
                    <a:pt x="558927" y="4574794"/>
                  </a:lnTo>
                  <a:lnTo>
                    <a:pt x="558927" y="4625594"/>
                  </a:lnTo>
                  <a:close/>
                  <a:moveTo>
                    <a:pt x="558927" y="4523994"/>
                  </a:moveTo>
                  <a:lnTo>
                    <a:pt x="558927" y="4473194"/>
                  </a:lnTo>
                  <a:lnTo>
                    <a:pt x="558927" y="4523994"/>
                  </a:lnTo>
                  <a:close/>
                  <a:moveTo>
                    <a:pt x="558927" y="4422394"/>
                  </a:moveTo>
                  <a:lnTo>
                    <a:pt x="558927" y="4371594"/>
                  </a:lnTo>
                  <a:lnTo>
                    <a:pt x="558927" y="4422394"/>
                  </a:lnTo>
                  <a:close/>
                  <a:moveTo>
                    <a:pt x="558927" y="4320794"/>
                  </a:moveTo>
                  <a:lnTo>
                    <a:pt x="558927" y="4269994"/>
                  </a:lnTo>
                  <a:lnTo>
                    <a:pt x="558927" y="4320794"/>
                  </a:lnTo>
                  <a:close/>
                  <a:moveTo>
                    <a:pt x="558927" y="4219194"/>
                  </a:moveTo>
                  <a:lnTo>
                    <a:pt x="558927" y="4168394"/>
                  </a:lnTo>
                  <a:lnTo>
                    <a:pt x="558927" y="4219194"/>
                  </a:lnTo>
                  <a:close/>
                  <a:moveTo>
                    <a:pt x="558927" y="4117594"/>
                  </a:moveTo>
                  <a:lnTo>
                    <a:pt x="558927" y="4066794"/>
                  </a:lnTo>
                  <a:lnTo>
                    <a:pt x="558927" y="4117594"/>
                  </a:lnTo>
                  <a:close/>
                  <a:moveTo>
                    <a:pt x="558927" y="4015994"/>
                  </a:moveTo>
                  <a:lnTo>
                    <a:pt x="558927" y="3965194"/>
                  </a:lnTo>
                  <a:lnTo>
                    <a:pt x="558927" y="4015994"/>
                  </a:lnTo>
                  <a:close/>
                  <a:moveTo>
                    <a:pt x="558927" y="3914394"/>
                  </a:moveTo>
                  <a:lnTo>
                    <a:pt x="558927" y="3863594"/>
                  </a:lnTo>
                  <a:lnTo>
                    <a:pt x="558927" y="3914394"/>
                  </a:lnTo>
                  <a:close/>
                  <a:moveTo>
                    <a:pt x="558927" y="3812794"/>
                  </a:moveTo>
                  <a:lnTo>
                    <a:pt x="558927" y="3761994"/>
                  </a:lnTo>
                  <a:lnTo>
                    <a:pt x="558927" y="3812794"/>
                  </a:lnTo>
                  <a:close/>
                  <a:moveTo>
                    <a:pt x="558927" y="3711194"/>
                  </a:moveTo>
                  <a:lnTo>
                    <a:pt x="558927" y="3660394"/>
                  </a:lnTo>
                  <a:lnTo>
                    <a:pt x="558927" y="3711194"/>
                  </a:lnTo>
                  <a:close/>
                  <a:moveTo>
                    <a:pt x="558927" y="3609594"/>
                  </a:moveTo>
                  <a:lnTo>
                    <a:pt x="558927" y="3558794"/>
                  </a:lnTo>
                  <a:lnTo>
                    <a:pt x="558927" y="3609594"/>
                  </a:lnTo>
                  <a:close/>
                  <a:moveTo>
                    <a:pt x="558927" y="3507994"/>
                  </a:moveTo>
                  <a:lnTo>
                    <a:pt x="558927" y="3457194"/>
                  </a:lnTo>
                  <a:lnTo>
                    <a:pt x="558927" y="3507994"/>
                  </a:lnTo>
                  <a:close/>
                  <a:moveTo>
                    <a:pt x="558927" y="3406394"/>
                  </a:moveTo>
                  <a:lnTo>
                    <a:pt x="558927" y="3355594"/>
                  </a:lnTo>
                  <a:lnTo>
                    <a:pt x="558927" y="3406394"/>
                  </a:lnTo>
                  <a:close/>
                  <a:moveTo>
                    <a:pt x="558927" y="3304794"/>
                  </a:moveTo>
                  <a:lnTo>
                    <a:pt x="558927" y="3253994"/>
                  </a:lnTo>
                  <a:lnTo>
                    <a:pt x="558927" y="3304794"/>
                  </a:lnTo>
                  <a:close/>
                  <a:moveTo>
                    <a:pt x="558927" y="3203194"/>
                  </a:moveTo>
                  <a:lnTo>
                    <a:pt x="558927" y="3152394"/>
                  </a:lnTo>
                  <a:lnTo>
                    <a:pt x="558927" y="3203194"/>
                  </a:lnTo>
                  <a:close/>
                  <a:moveTo>
                    <a:pt x="558927" y="3101594"/>
                  </a:moveTo>
                  <a:lnTo>
                    <a:pt x="558927" y="3050794"/>
                  </a:lnTo>
                  <a:lnTo>
                    <a:pt x="558927" y="3101594"/>
                  </a:lnTo>
                  <a:close/>
                  <a:moveTo>
                    <a:pt x="558927" y="2999994"/>
                  </a:moveTo>
                  <a:lnTo>
                    <a:pt x="558927" y="2949194"/>
                  </a:lnTo>
                  <a:lnTo>
                    <a:pt x="558927" y="2999994"/>
                  </a:lnTo>
                  <a:close/>
                  <a:moveTo>
                    <a:pt x="558927" y="2898394"/>
                  </a:moveTo>
                  <a:lnTo>
                    <a:pt x="558927" y="2847594"/>
                  </a:lnTo>
                  <a:lnTo>
                    <a:pt x="558927" y="2898394"/>
                  </a:lnTo>
                  <a:close/>
                  <a:moveTo>
                    <a:pt x="558927" y="2796794"/>
                  </a:moveTo>
                  <a:lnTo>
                    <a:pt x="558927" y="2745994"/>
                  </a:lnTo>
                  <a:lnTo>
                    <a:pt x="558927" y="2796794"/>
                  </a:lnTo>
                  <a:close/>
                  <a:moveTo>
                    <a:pt x="558927" y="2695194"/>
                  </a:moveTo>
                  <a:lnTo>
                    <a:pt x="558927" y="2644394"/>
                  </a:lnTo>
                  <a:lnTo>
                    <a:pt x="558927" y="2695194"/>
                  </a:lnTo>
                  <a:close/>
                  <a:moveTo>
                    <a:pt x="558927" y="2593594"/>
                  </a:moveTo>
                  <a:lnTo>
                    <a:pt x="558927" y="2542794"/>
                  </a:lnTo>
                  <a:lnTo>
                    <a:pt x="558927" y="2593594"/>
                  </a:lnTo>
                  <a:close/>
                  <a:moveTo>
                    <a:pt x="558927" y="2491994"/>
                  </a:moveTo>
                  <a:lnTo>
                    <a:pt x="558927" y="2441194"/>
                  </a:lnTo>
                  <a:lnTo>
                    <a:pt x="558927" y="2491994"/>
                  </a:lnTo>
                  <a:close/>
                  <a:moveTo>
                    <a:pt x="558927" y="2390394"/>
                  </a:moveTo>
                  <a:lnTo>
                    <a:pt x="558927" y="2339594"/>
                  </a:lnTo>
                  <a:lnTo>
                    <a:pt x="558927" y="2390394"/>
                  </a:lnTo>
                  <a:close/>
                  <a:moveTo>
                    <a:pt x="558927" y="2288794"/>
                  </a:moveTo>
                  <a:lnTo>
                    <a:pt x="558927" y="2237994"/>
                  </a:lnTo>
                  <a:lnTo>
                    <a:pt x="558927" y="2288794"/>
                  </a:lnTo>
                  <a:close/>
                  <a:moveTo>
                    <a:pt x="558927" y="2187194"/>
                  </a:moveTo>
                  <a:lnTo>
                    <a:pt x="558927" y="2136394"/>
                  </a:lnTo>
                  <a:lnTo>
                    <a:pt x="558927" y="2187194"/>
                  </a:lnTo>
                  <a:close/>
                  <a:moveTo>
                    <a:pt x="558927" y="2085594"/>
                  </a:moveTo>
                  <a:lnTo>
                    <a:pt x="558927" y="2034794"/>
                  </a:lnTo>
                  <a:lnTo>
                    <a:pt x="558927" y="2085594"/>
                  </a:lnTo>
                  <a:close/>
                  <a:moveTo>
                    <a:pt x="558927" y="1983994"/>
                  </a:moveTo>
                  <a:lnTo>
                    <a:pt x="558927" y="1933194"/>
                  </a:lnTo>
                  <a:lnTo>
                    <a:pt x="558927" y="1983994"/>
                  </a:lnTo>
                  <a:close/>
                  <a:moveTo>
                    <a:pt x="558927" y="1882394"/>
                  </a:moveTo>
                  <a:lnTo>
                    <a:pt x="558927" y="1831594"/>
                  </a:lnTo>
                  <a:lnTo>
                    <a:pt x="558927" y="1882394"/>
                  </a:lnTo>
                  <a:close/>
                  <a:moveTo>
                    <a:pt x="558927" y="1780794"/>
                  </a:moveTo>
                  <a:lnTo>
                    <a:pt x="558927" y="1729994"/>
                  </a:lnTo>
                  <a:lnTo>
                    <a:pt x="558927" y="1780794"/>
                  </a:lnTo>
                  <a:close/>
                  <a:moveTo>
                    <a:pt x="558927" y="1679194"/>
                  </a:moveTo>
                  <a:lnTo>
                    <a:pt x="558927" y="1628394"/>
                  </a:lnTo>
                  <a:lnTo>
                    <a:pt x="558927" y="1679194"/>
                  </a:lnTo>
                  <a:close/>
                  <a:moveTo>
                    <a:pt x="558927" y="1577594"/>
                  </a:moveTo>
                  <a:lnTo>
                    <a:pt x="558927" y="1526794"/>
                  </a:lnTo>
                  <a:lnTo>
                    <a:pt x="558927" y="1577594"/>
                  </a:lnTo>
                  <a:close/>
                  <a:moveTo>
                    <a:pt x="558927" y="1475994"/>
                  </a:moveTo>
                  <a:lnTo>
                    <a:pt x="558927" y="1425194"/>
                  </a:lnTo>
                  <a:lnTo>
                    <a:pt x="558927" y="1475994"/>
                  </a:lnTo>
                  <a:close/>
                  <a:moveTo>
                    <a:pt x="558927" y="1374394"/>
                  </a:moveTo>
                  <a:lnTo>
                    <a:pt x="558927" y="1323594"/>
                  </a:lnTo>
                  <a:lnTo>
                    <a:pt x="558927" y="1374394"/>
                  </a:lnTo>
                  <a:close/>
                  <a:moveTo>
                    <a:pt x="558927" y="1272794"/>
                  </a:moveTo>
                  <a:lnTo>
                    <a:pt x="558927" y="1221994"/>
                  </a:lnTo>
                  <a:lnTo>
                    <a:pt x="558927" y="1272794"/>
                  </a:lnTo>
                  <a:close/>
                  <a:moveTo>
                    <a:pt x="558927" y="1171194"/>
                  </a:moveTo>
                  <a:lnTo>
                    <a:pt x="558927" y="1144651"/>
                  </a:lnTo>
                  <a:lnTo>
                    <a:pt x="546227" y="1144651"/>
                  </a:lnTo>
                  <a:lnTo>
                    <a:pt x="533527" y="1144651"/>
                  </a:lnTo>
                  <a:cubicBezTo>
                    <a:pt x="533527" y="1127379"/>
                    <a:pt x="533908" y="1110107"/>
                    <a:pt x="534670" y="1092962"/>
                  </a:cubicBezTo>
                  <a:lnTo>
                    <a:pt x="560070" y="1094105"/>
                  </a:lnTo>
                  <a:cubicBezTo>
                    <a:pt x="559308" y="1110869"/>
                    <a:pt x="558927" y="1127760"/>
                    <a:pt x="558927" y="1144651"/>
                  </a:cubicBezTo>
                  <a:lnTo>
                    <a:pt x="558927" y="1171194"/>
                  </a:lnTo>
                  <a:close/>
                </a:path>
              </a:pathLst>
            </a:custGeom>
            <a:solidFill>
              <a:srgbClr val="479590"/>
            </a:solidFill>
          </p:spPr>
        </p:sp>
      </p:grpSp>
      <p:grpSp>
        <p:nvGrpSpPr>
          <p:cNvPr name="Group 12" id="12"/>
          <p:cNvGrpSpPr/>
          <p:nvPr/>
        </p:nvGrpSpPr>
        <p:grpSpPr>
          <a:xfrm rot="-5400000">
            <a:off x="-1731696" y="6619311"/>
            <a:ext cx="5093588" cy="620814"/>
            <a:chOff x="0" y="0"/>
            <a:chExt cx="6791450" cy="827752"/>
          </a:xfrm>
        </p:grpSpPr>
        <p:sp>
          <p:nvSpPr>
            <p:cNvPr name="Freeform 13" id="13"/>
            <p:cNvSpPr/>
            <p:nvPr/>
          </p:nvSpPr>
          <p:spPr>
            <a:xfrm flipH="false" flipV="false" rot="0">
              <a:off x="0" y="0"/>
              <a:ext cx="6791452" cy="827786"/>
            </a:xfrm>
            <a:custGeom>
              <a:avLst/>
              <a:gdLst/>
              <a:ahLst/>
              <a:cxnLst/>
              <a:rect r="r" b="b" t="t" l="l"/>
              <a:pathLst>
                <a:path h="827786" w="6791452">
                  <a:moveTo>
                    <a:pt x="413893" y="0"/>
                  </a:moveTo>
                  <a:lnTo>
                    <a:pt x="6377559" y="0"/>
                  </a:lnTo>
                  <a:cubicBezTo>
                    <a:pt x="6606160" y="0"/>
                    <a:pt x="6791452" y="185293"/>
                    <a:pt x="6791452" y="413893"/>
                  </a:cubicBezTo>
                  <a:lnTo>
                    <a:pt x="6791452" y="827786"/>
                  </a:lnTo>
                  <a:lnTo>
                    <a:pt x="0" y="827786"/>
                  </a:lnTo>
                  <a:lnTo>
                    <a:pt x="0" y="413893"/>
                  </a:lnTo>
                  <a:cubicBezTo>
                    <a:pt x="0" y="185293"/>
                    <a:pt x="185293" y="0"/>
                    <a:pt x="413893" y="0"/>
                  </a:cubicBezTo>
                  <a:close/>
                </a:path>
              </a:pathLst>
            </a:custGeom>
            <a:solidFill>
              <a:srgbClr val="0070C0"/>
            </a:solidFill>
          </p:spPr>
        </p:sp>
        <p:sp>
          <p:nvSpPr>
            <p:cNvPr name="TextBox 14" id="14"/>
            <p:cNvSpPr txBox="true"/>
            <p:nvPr/>
          </p:nvSpPr>
          <p:spPr>
            <a:xfrm>
              <a:off x="0" y="-19050"/>
              <a:ext cx="6791450" cy="846802"/>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Específicos</a:t>
              </a:r>
            </a:p>
          </p:txBody>
        </p:sp>
      </p:grpSp>
      <p:sp>
        <p:nvSpPr>
          <p:cNvPr name="TextBox 15" id="15"/>
          <p:cNvSpPr txBox="true"/>
          <p:nvPr/>
        </p:nvSpPr>
        <p:spPr>
          <a:xfrm rot="0">
            <a:off x="1446715" y="4741113"/>
            <a:ext cx="15884430" cy="795248"/>
          </a:xfrm>
          <a:prstGeom prst="rect">
            <a:avLst/>
          </a:prstGeom>
        </p:spPr>
        <p:txBody>
          <a:bodyPr anchor="t" rtlCol="false" tIns="0" lIns="0" bIns="0" rIns="0">
            <a:spAutoFit/>
          </a:bodyPr>
          <a:lstStyle/>
          <a:p>
            <a:pPr algn="just">
              <a:lnSpc>
                <a:spcPts val="2879"/>
              </a:lnSpc>
            </a:pPr>
            <a:r>
              <a:rPr lang="en-US" b="true" sz="2400" spc="22">
                <a:solidFill>
                  <a:srgbClr val="000000"/>
                </a:solidFill>
                <a:latin typeface="TT Rounds Condensed Bold"/>
                <a:ea typeface="TT Rounds Condensed Bold"/>
                <a:cs typeface="TT Rounds Condensed Bold"/>
                <a:sym typeface="TT Rounds Condensed Bold"/>
              </a:rPr>
              <a:t>Identificar los aspectos relevantes sobre la Flora </a:t>
            </a:r>
            <a:r>
              <a:rPr lang="en-US" sz="2400" spc="22">
                <a:solidFill>
                  <a:srgbClr val="000000"/>
                </a:solidFill>
                <a:latin typeface="TT Rounds Condensed"/>
                <a:ea typeface="TT Rounds Condensed"/>
                <a:cs typeface="TT Rounds Condensed"/>
                <a:sym typeface="TT Rounds Condensed"/>
              </a:rPr>
              <a:t>en el departamento de Bolívar, y realizar el mapa de navegación y el correspondiente mockup.</a:t>
            </a:r>
          </a:p>
        </p:txBody>
      </p:sp>
      <p:sp>
        <p:nvSpPr>
          <p:cNvPr name="TextBox 16" id="16"/>
          <p:cNvSpPr txBox="true"/>
          <p:nvPr/>
        </p:nvSpPr>
        <p:spPr>
          <a:xfrm rot="0">
            <a:off x="1435050" y="5737309"/>
            <a:ext cx="15884430" cy="733425"/>
          </a:xfrm>
          <a:prstGeom prst="rect">
            <a:avLst/>
          </a:prstGeom>
        </p:spPr>
        <p:txBody>
          <a:bodyPr anchor="t" rtlCol="false" tIns="0" lIns="0" bIns="0" rIns="0">
            <a:spAutoFit/>
          </a:bodyPr>
          <a:lstStyle/>
          <a:p>
            <a:pPr algn="just">
              <a:lnSpc>
                <a:spcPts val="2879"/>
              </a:lnSpc>
            </a:pPr>
            <a:r>
              <a:rPr lang="en-US" b="true" sz="2400" spc="22">
                <a:solidFill>
                  <a:srgbClr val="000000"/>
                </a:solidFill>
                <a:latin typeface="TT Rounds Condensed Bold"/>
                <a:ea typeface="TT Rounds Condensed Bold"/>
                <a:cs typeface="TT Rounds Condensed Bold"/>
                <a:sym typeface="TT Rounds Condensed Bold"/>
              </a:rPr>
              <a:t>Realizar la página de inicio y su navegación interactiva</a:t>
            </a:r>
            <a:r>
              <a:rPr lang="en-US" sz="2400" spc="22">
                <a:solidFill>
                  <a:srgbClr val="000000"/>
                </a:solidFill>
                <a:latin typeface="TT Rounds Condensed"/>
                <a:ea typeface="TT Rounds Condensed"/>
                <a:cs typeface="TT Rounds Condensed"/>
                <a:sym typeface="TT Rounds Condensed"/>
              </a:rPr>
              <a:t> utilizando las herramientas HTML. CSS y JavaScript, con la ayuda de la libreria de estilos Tailwind CSS</a:t>
            </a:r>
          </a:p>
        </p:txBody>
      </p:sp>
      <p:sp>
        <p:nvSpPr>
          <p:cNvPr name="TextBox 17" id="17"/>
          <p:cNvSpPr txBox="true"/>
          <p:nvPr/>
        </p:nvSpPr>
        <p:spPr>
          <a:xfrm rot="0">
            <a:off x="1446715" y="6733506"/>
            <a:ext cx="15884430" cy="795247"/>
          </a:xfrm>
          <a:prstGeom prst="rect">
            <a:avLst/>
          </a:prstGeom>
        </p:spPr>
        <p:txBody>
          <a:bodyPr anchor="t" rtlCol="false" tIns="0" lIns="0" bIns="0" rIns="0">
            <a:spAutoFit/>
          </a:bodyPr>
          <a:lstStyle/>
          <a:p>
            <a:pPr algn="just">
              <a:lnSpc>
                <a:spcPts val="2879"/>
              </a:lnSpc>
            </a:pPr>
            <a:r>
              <a:rPr lang="en-US" b="true" sz="2400" spc="22">
                <a:solidFill>
                  <a:srgbClr val="000000"/>
                </a:solidFill>
                <a:latin typeface="TT Rounds Condensed Bold"/>
                <a:ea typeface="TT Rounds Condensed Bold"/>
                <a:cs typeface="TT Rounds Condensed Bold"/>
                <a:sym typeface="TT Rounds Condensed Bold"/>
              </a:rPr>
              <a:t>Realizar la implementación de las  funcionalidades </a:t>
            </a:r>
            <a:r>
              <a:rPr lang="en-US" sz="2400" spc="22">
                <a:solidFill>
                  <a:srgbClr val="000000"/>
                </a:solidFill>
                <a:latin typeface="TT Rounds Condensed"/>
                <a:ea typeface="TT Rounds Condensed"/>
                <a:cs typeface="TT Rounds Condensed"/>
                <a:sym typeface="TT Rounds Condensed"/>
              </a:rPr>
              <a:t>para la recopilación y procesamiento de Datos en Python e integrarlas al sitio WEB</a:t>
            </a:r>
          </a:p>
        </p:txBody>
      </p:sp>
      <p:sp>
        <p:nvSpPr>
          <p:cNvPr name="TextBox 18" id="18"/>
          <p:cNvSpPr txBox="true"/>
          <p:nvPr/>
        </p:nvSpPr>
        <p:spPr>
          <a:xfrm rot="0">
            <a:off x="1435050" y="7896877"/>
            <a:ext cx="15884430" cy="1533912"/>
          </a:xfrm>
          <a:prstGeom prst="rect">
            <a:avLst/>
          </a:prstGeom>
        </p:spPr>
        <p:txBody>
          <a:bodyPr anchor="t" rtlCol="false" tIns="0" lIns="0" bIns="0" rIns="0">
            <a:spAutoFit/>
          </a:bodyPr>
          <a:lstStyle/>
          <a:p>
            <a:pPr algn="just">
              <a:lnSpc>
                <a:spcPts val="2879"/>
              </a:lnSpc>
            </a:pPr>
            <a:r>
              <a:rPr lang="en-US" b="true" sz="2400" spc="22">
                <a:solidFill>
                  <a:srgbClr val="000000"/>
                </a:solidFill>
                <a:latin typeface="TT Rounds Condensed Bold"/>
                <a:ea typeface="TT Rounds Condensed Bold"/>
                <a:cs typeface="TT Rounds Condensed Bold"/>
                <a:sym typeface="TT Rounds Condensed Bold"/>
              </a:rPr>
              <a:t>Realizar las visualizaciones y análisis de datos </a:t>
            </a:r>
            <a:r>
              <a:rPr lang="en-US" sz="2400" spc="22">
                <a:solidFill>
                  <a:srgbClr val="000000"/>
                </a:solidFill>
                <a:latin typeface="TT Rounds Condensed"/>
                <a:ea typeface="TT Rounds Condensed"/>
                <a:cs typeface="TT Rounds Condensed"/>
                <a:sym typeface="TT Rounds Condensed"/>
              </a:rPr>
              <a:t>en Python y presentarlas en el sitio WEB </a:t>
            </a:r>
          </a:p>
          <a:p>
            <a:pPr algn="just">
              <a:lnSpc>
                <a:spcPts val="2879"/>
              </a:lnSpc>
            </a:pPr>
          </a:p>
          <a:p>
            <a:pPr algn="just">
              <a:lnSpc>
                <a:spcPts val="2879"/>
              </a:lnSpc>
            </a:pPr>
            <a:r>
              <a:rPr lang="en-US" b="true" sz="2400" spc="22">
                <a:solidFill>
                  <a:srgbClr val="000000"/>
                </a:solidFill>
                <a:latin typeface="TT Rounds Condensed Bold"/>
                <a:ea typeface="TT Rounds Condensed Bold"/>
                <a:cs typeface="TT Rounds Condensed Bold"/>
                <a:sym typeface="TT Rounds Condensed Bold"/>
              </a:rPr>
              <a:t>Socializar </a:t>
            </a:r>
            <a:r>
              <a:rPr lang="en-US" sz="2400" spc="22">
                <a:solidFill>
                  <a:srgbClr val="000000"/>
                </a:solidFill>
                <a:latin typeface="TT Rounds Condensed"/>
                <a:ea typeface="TT Rounds Condensed"/>
                <a:cs typeface="TT Rounds Condensed"/>
                <a:sym typeface="TT Rounds Condensed"/>
              </a:rPr>
              <a:t> el proyecto de analítica de datos realizado a través el uso de la metodología CRISP_DM y herramientas para análisis de datos, basados en el lenguaje de programación Python, validando los objetivos propuestos.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6968216" y="604974"/>
            <a:ext cx="3913048"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Contextualización</a:t>
            </a:r>
          </a:p>
        </p:txBody>
      </p:sp>
      <p:sp>
        <p:nvSpPr>
          <p:cNvPr name="TextBox 4" id="4"/>
          <p:cNvSpPr txBox="true"/>
          <p:nvPr/>
        </p:nvSpPr>
        <p:spPr>
          <a:xfrm rot="0">
            <a:off x="3638006" y="2381523"/>
            <a:ext cx="12063549" cy="6133446"/>
          </a:xfrm>
          <a:prstGeom prst="rect">
            <a:avLst/>
          </a:prstGeom>
        </p:spPr>
        <p:txBody>
          <a:bodyPr anchor="t" rtlCol="false" tIns="0" lIns="0" bIns="0" rIns="0">
            <a:spAutoFit/>
          </a:bodyPr>
          <a:lstStyle/>
          <a:p>
            <a:pPr algn="ctr">
              <a:lnSpc>
                <a:spcPts val="3466"/>
              </a:lnSpc>
            </a:pPr>
            <a:r>
              <a:rPr lang="en-US" b="true" sz="2700" spc="25">
                <a:solidFill>
                  <a:srgbClr val="000000"/>
                </a:solidFill>
                <a:latin typeface="TT Rounds Condensed Bold"/>
                <a:ea typeface="TT Rounds Condensed Bold"/>
                <a:cs typeface="TT Rounds Condensed Bold"/>
                <a:sym typeface="TT Rounds Condensed Bold"/>
              </a:rPr>
              <a:t> </a:t>
            </a:r>
          </a:p>
          <a:p>
            <a:pPr algn="just">
              <a:lnSpc>
                <a:spcPts val="3466"/>
              </a:lnSpc>
            </a:pPr>
            <a:r>
              <a:rPr lang="en-US" sz="2700" spc="25">
                <a:solidFill>
                  <a:srgbClr val="000000"/>
                </a:solidFill>
                <a:latin typeface="Arial MT Pro"/>
                <a:ea typeface="Arial MT Pro"/>
                <a:cs typeface="Arial MT Pro"/>
                <a:sym typeface="Arial MT Pro"/>
              </a:rPr>
              <a:t>El departamento de Bolívar, situado en la región Caribe de Colombia, se presenta como un escenario privilegiado por su diversidad biológica, en especial su flora, que es un reflejo de las múltiples interacciones ecológicas que se dan en su territorio. Este departamento abarca ecosistemas variados, desde los manglares costeros y los bosques tropicales secos hasta las vastas sabanas y humedales que lo caracterizan. Cada uno de estos ecosistemas alberga especies de flora únicas que desempeñan un papel fundamental en el equilibrio ambiental y en el soporte de otras formas de vida, incluidas las humanas. Bolívar también es hogar de especies endémicas que solo pueden encontrarse en esta región, lo que subraya su importancia como un reservorio de biodiversidad para el país y el mundo.</a:t>
            </a:r>
          </a:p>
          <a:p>
            <a:pPr algn="l">
              <a:lnSpc>
                <a:spcPts val="32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5134092" y="6553650"/>
            <a:ext cx="6597534"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Mapa de Navegación</a:t>
            </a:r>
          </a:p>
        </p:txBody>
      </p:sp>
      <p:sp>
        <p:nvSpPr>
          <p:cNvPr name="Freeform 4" id="4"/>
          <p:cNvSpPr/>
          <p:nvPr/>
        </p:nvSpPr>
        <p:spPr>
          <a:xfrm flipH="false" flipV="false" rot="0">
            <a:off x="5042652" y="3307368"/>
            <a:ext cx="6446343" cy="2937324"/>
          </a:xfrm>
          <a:custGeom>
            <a:avLst/>
            <a:gdLst/>
            <a:ahLst/>
            <a:cxnLst/>
            <a:rect r="r" b="b" t="t" l="l"/>
            <a:pathLst>
              <a:path h="2937324" w="6446343">
                <a:moveTo>
                  <a:pt x="0" y="0"/>
                </a:moveTo>
                <a:lnTo>
                  <a:pt x="6446343" y="0"/>
                </a:lnTo>
                <a:lnTo>
                  <a:pt x="6446343" y="2937324"/>
                </a:lnTo>
                <a:lnTo>
                  <a:pt x="0" y="2937324"/>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6708684" y="604974"/>
            <a:ext cx="4432134"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Mapa de Navegación</a:t>
            </a:r>
          </a:p>
        </p:txBody>
      </p:sp>
      <p:sp>
        <p:nvSpPr>
          <p:cNvPr name="Freeform 4" id="4"/>
          <p:cNvSpPr/>
          <p:nvPr/>
        </p:nvSpPr>
        <p:spPr>
          <a:xfrm flipH="false" flipV="false" rot="0">
            <a:off x="3304903" y="2642533"/>
            <a:ext cx="11260184" cy="6955921"/>
          </a:xfrm>
          <a:custGeom>
            <a:avLst/>
            <a:gdLst/>
            <a:ahLst/>
            <a:cxnLst/>
            <a:rect r="r" b="b" t="t" l="l"/>
            <a:pathLst>
              <a:path h="6955921" w="11260184">
                <a:moveTo>
                  <a:pt x="0" y="0"/>
                </a:moveTo>
                <a:lnTo>
                  <a:pt x="11260184" y="0"/>
                </a:lnTo>
                <a:lnTo>
                  <a:pt x="11260184" y="6955922"/>
                </a:lnTo>
                <a:lnTo>
                  <a:pt x="0" y="6955922"/>
                </a:lnTo>
                <a:lnTo>
                  <a:pt x="0" y="0"/>
                </a:lnTo>
                <a:close/>
              </a:path>
            </a:pathLst>
          </a:custGeom>
          <a:blipFill>
            <a:blip r:embed="rId4"/>
            <a:stretch>
              <a:fillRect l="-1102" t="0" r="-1102"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7025580" y="6612643"/>
            <a:ext cx="2608654"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Mockup</a:t>
            </a:r>
          </a:p>
        </p:txBody>
      </p:sp>
      <p:sp>
        <p:nvSpPr>
          <p:cNvPr name="Freeform 4" id="4" descr="Mockups: la importancia de los bocetos para webs - Blog de Linube"/>
          <p:cNvSpPr/>
          <p:nvPr/>
        </p:nvSpPr>
        <p:spPr>
          <a:xfrm flipH="false" flipV="false" rot="0">
            <a:off x="6319516" y="3943350"/>
            <a:ext cx="4286250" cy="2400300"/>
          </a:xfrm>
          <a:custGeom>
            <a:avLst/>
            <a:gdLst/>
            <a:ahLst/>
            <a:cxnLst/>
            <a:rect r="r" b="b" t="t" l="l"/>
            <a:pathLst>
              <a:path h="2400300" w="4286250">
                <a:moveTo>
                  <a:pt x="0" y="0"/>
                </a:moveTo>
                <a:lnTo>
                  <a:pt x="4286250" y="0"/>
                </a:lnTo>
                <a:lnTo>
                  <a:pt x="4286250" y="2400300"/>
                </a:lnTo>
                <a:lnTo>
                  <a:pt x="0" y="2400300"/>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8037512" y="604974"/>
            <a:ext cx="1774484"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Mockup</a:t>
            </a:r>
          </a:p>
        </p:txBody>
      </p:sp>
      <p:sp>
        <p:nvSpPr>
          <p:cNvPr name="Freeform 4" id="4"/>
          <p:cNvSpPr/>
          <p:nvPr/>
        </p:nvSpPr>
        <p:spPr>
          <a:xfrm flipH="false" flipV="false" rot="0">
            <a:off x="5670566" y="1921725"/>
            <a:ext cx="6946868" cy="8209933"/>
          </a:xfrm>
          <a:custGeom>
            <a:avLst/>
            <a:gdLst/>
            <a:ahLst/>
            <a:cxnLst/>
            <a:rect r="r" b="b" t="t" l="l"/>
            <a:pathLst>
              <a:path h="8209933" w="6946868">
                <a:moveTo>
                  <a:pt x="0" y="0"/>
                </a:moveTo>
                <a:lnTo>
                  <a:pt x="6946867" y="0"/>
                </a:lnTo>
                <a:lnTo>
                  <a:pt x="6946867" y="8209933"/>
                </a:lnTo>
                <a:lnTo>
                  <a:pt x="0" y="8209933"/>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5818235" y="6612643"/>
            <a:ext cx="5023354"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Página de Inicio</a:t>
            </a:r>
          </a:p>
        </p:txBody>
      </p:sp>
      <p:sp>
        <p:nvSpPr>
          <p:cNvPr name="Freeform 4" id="4" descr="21 Reglas para Diseñar una Página de Inicio"/>
          <p:cNvSpPr/>
          <p:nvPr/>
        </p:nvSpPr>
        <p:spPr>
          <a:xfrm flipH="false" flipV="false" rot="0">
            <a:off x="7037699" y="3691502"/>
            <a:ext cx="2584425" cy="2584425"/>
          </a:xfrm>
          <a:custGeom>
            <a:avLst/>
            <a:gdLst/>
            <a:ahLst/>
            <a:cxnLst/>
            <a:rect r="r" b="b" t="t" l="l"/>
            <a:pathLst>
              <a:path h="2584425" w="2584425">
                <a:moveTo>
                  <a:pt x="0" y="0"/>
                </a:moveTo>
                <a:lnTo>
                  <a:pt x="2584425" y="0"/>
                </a:lnTo>
                <a:lnTo>
                  <a:pt x="2584425" y="2584424"/>
                </a:lnTo>
                <a:lnTo>
                  <a:pt x="0" y="2584424"/>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7237826" y="604974"/>
            <a:ext cx="3373863"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Página de Inicio</a:t>
            </a:r>
          </a:p>
        </p:txBody>
      </p:sp>
      <p:sp>
        <p:nvSpPr>
          <p:cNvPr name="Freeform 4" id="4"/>
          <p:cNvSpPr/>
          <p:nvPr/>
        </p:nvSpPr>
        <p:spPr>
          <a:xfrm flipH="false" flipV="false" rot="0">
            <a:off x="5316584" y="1959726"/>
            <a:ext cx="6881553" cy="8132744"/>
          </a:xfrm>
          <a:custGeom>
            <a:avLst/>
            <a:gdLst/>
            <a:ahLst/>
            <a:cxnLst/>
            <a:rect r="r" b="b" t="t" l="l"/>
            <a:pathLst>
              <a:path h="8132744" w="6881553">
                <a:moveTo>
                  <a:pt x="0" y="0"/>
                </a:moveTo>
                <a:lnTo>
                  <a:pt x="6881552" y="0"/>
                </a:lnTo>
                <a:lnTo>
                  <a:pt x="6881552" y="8132744"/>
                </a:lnTo>
                <a:lnTo>
                  <a:pt x="0" y="8132744"/>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5985237" y="6288179"/>
            <a:ext cx="4427035"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Herramientas</a:t>
            </a:r>
          </a:p>
        </p:txBody>
      </p:sp>
      <p:sp>
        <p:nvSpPr>
          <p:cNvPr name="Freeform 4" id="4" descr="Qué es una herramienta web? - Arrobisima"/>
          <p:cNvSpPr/>
          <p:nvPr/>
        </p:nvSpPr>
        <p:spPr>
          <a:xfrm flipH="false" flipV="false" rot="0">
            <a:off x="5805600" y="3835964"/>
            <a:ext cx="4786313" cy="2143125"/>
          </a:xfrm>
          <a:custGeom>
            <a:avLst/>
            <a:gdLst/>
            <a:ahLst/>
            <a:cxnLst/>
            <a:rect r="r" b="b" t="t" l="l"/>
            <a:pathLst>
              <a:path h="2143125" w="4786313">
                <a:moveTo>
                  <a:pt x="0" y="0"/>
                </a:moveTo>
                <a:lnTo>
                  <a:pt x="4786313" y="0"/>
                </a:lnTo>
                <a:lnTo>
                  <a:pt x="4786313" y="2143125"/>
                </a:lnTo>
                <a:lnTo>
                  <a:pt x="0" y="2143125"/>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09"/>
            <a:ext cx="18292467" cy="10284490"/>
          </a:xfrm>
          <a:custGeom>
            <a:avLst/>
            <a:gdLst/>
            <a:ahLst/>
            <a:cxnLst/>
            <a:rect r="r" b="b" t="t" l="l"/>
            <a:pathLst>
              <a:path h="10284490" w="18292467">
                <a:moveTo>
                  <a:pt x="0" y="0"/>
                </a:moveTo>
                <a:lnTo>
                  <a:pt x="18292467" y="0"/>
                </a:lnTo>
                <a:lnTo>
                  <a:pt x="18292467" y="10284491"/>
                </a:lnTo>
                <a:lnTo>
                  <a:pt x="0" y="10284491"/>
                </a:lnTo>
                <a:lnTo>
                  <a:pt x="0" y="0"/>
                </a:lnTo>
                <a:close/>
              </a:path>
            </a:pathLst>
          </a:custGeom>
          <a:blipFill>
            <a:blip r:embed="rId3"/>
            <a:stretch>
              <a:fillRect l="-45" t="0" r="-45" b="0"/>
            </a:stretch>
          </a:blipFill>
        </p:spPr>
      </p:sp>
      <p:sp>
        <p:nvSpPr>
          <p:cNvPr name="Freeform 3" id="3"/>
          <p:cNvSpPr/>
          <p:nvPr/>
        </p:nvSpPr>
        <p:spPr>
          <a:xfrm flipH="false" flipV="false" rot="0">
            <a:off x="9798803" y="3375583"/>
            <a:ext cx="1342331" cy="1191388"/>
          </a:xfrm>
          <a:custGeom>
            <a:avLst/>
            <a:gdLst/>
            <a:ahLst/>
            <a:cxnLst/>
            <a:rect r="r" b="b" t="t" l="l"/>
            <a:pathLst>
              <a:path h="1191388" w="1342331">
                <a:moveTo>
                  <a:pt x="0" y="0"/>
                </a:moveTo>
                <a:lnTo>
                  <a:pt x="1342331" y="0"/>
                </a:lnTo>
                <a:lnTo>
                  <a:pt x="1342331" y="1191388"/>
                </a:lnTo>
                <a:lnTo>
                  <a:pt x="0" y="1191388"/>
                </a:lnTo>
                <a:lnTo>
                  <a:pt x="0" y="0"/>
                </a:lnTo>
                <a:close/>
              </a:path>
            </a:pathLst>
          </a:custGeom>
          <a:blipFill>
            <a:blip r:embed="rId4"/>
            <a:stretch>
              <a:fillRect l="-32766" t="0" r="-24863" b="0"/>
            </a:stretch>
          </a:blipFill>
        </p:spPr>
      </p:sp>
      <p:sp>
        <p:nvSpPr>
          <p:cNvPr name="Freeform 4" id="4"/>
          <p:cNvSpPr/>
          <p:nvPr/>
        </p:nvSpPr>
        <p:spPr>
          <a:xfrm flipH="false" flipV="false" rot="0">
            <a:off x="10803642" y="3332055"/>
            <a:ext cx="1179678" cy="1191388"/>
          </a:xfrm>
          <a:custGeom>
            <a:avLst/>
            <a:gdLst/>
            <a:ahLst/>
            <a:cxnLst/>
            <a:rect r="r" b="b" t="t" l="l"/>
            <a:pathLst>
              <a:path h="1191388" w="1179678">
                <a:moveTo>
                  <a:pt x="0" y="0"/>
                </a:moveTo>
                <a:lnTo>
                  <a:pt x="1179678" y="0"/>
                </a:lnTo>
                <a:lnTo>
                  <a:pt x="1179678" y="1191388"/>
                </a:lnTo>
                <a:lnTo>
                  <a:pt x="0" y="1191388"/>
                </a:lnTo>
                <a:lnTo>
                  <a:pt x="0" y="0"/>
                </a:lnTo>
                <a:close/>
              </a:path>
            </a:pathLst>
          </a:custGeom>
          <a:blipFill>
            <a:blip r:embed="rId5"/>
            <a:stretch>
              <a:fillRect l="-54603" t="0" r="-65550" b="-6552"/>
            </a:stretch>
          </a:blipFill>
        </p:spPr>
      </p:sp>
      <p:sp>
        <p:nvSpPr>
          <p:cNvPr name="Freeform 5" id="5"/>
          <p:cNvSpPr/>
          <p:nvPr/>
        </p:nvSpPr>
        <p:spPr>
          <a:xfrm flipH="false" flipV="false" rot="0">
            <a:off x="10033652" y="5144755"/>
            <a:ext cx="1539980" cy="1249144"/>
          </a:xfrm>
          <a:custGeom>
            <a:avLst/>
            <a:gdLst/>
            <a:ahLst/>
            <a:cxnLst/>
            <a:rect r="r" b="b" t="t" l="l"/>
            <a:pathLst>
              <a:path h="1249144" w="1539980">
                <a:moveTo>
                  <a:pt x="0" y="0"/>
                </a:moveTo>
                <a:lnTo>
                  <a:pt x="1539980" y="0"/>
                </a:lnTo>
                <a:lnTo>
                  <a:pt x="1539980" y="1249144"/>
                </a:lnTo>
                <a:lnTo>
                  <a:pt x="0" y="1249144"/>
                </a:lnTo>
                <a:lnTo>
                  <a:pt x="0" y="0"/>
                </a:lnTo>
                <a:close/>
              </a:path>
            </a:pathLst>
          </a:custGeom>
          <a:blipFill>
            <a:blip r:embed="rId6"/>
            <a:stretch>
              <a:fillRect l="-12909" t="0" r="-12909" b="0"/>
            </a:stretch>
          </a:blipFill>
        </p:spPr>
      </p:sp>
      <p:sp>
        <p:nvSpPr>
          <p:cNvPr name="Freeform 6" id="6"/>
          <p:cNvSpPr/>
          <p:nvPr/>
        </p:nvSpPr>
        <p:spPr>
          <a:xfrm flipH="false" flipV="false" rot="0">
            <a:off x="11916650" y="5132314"/>
            <a:ext cx="1717073" cy="1249144"/>
          </a:xfrm>
          <a:custGeom>
            <a:avLst/>
            <a:gdLst/>
            <a:ahLst/>
            <a:cxnLst/>
            <a:rect r="r" b="b" t="t" l="l"/>
            <a:pathLst>
              <a:path h="1249144" w="1717073">
                <a:moveTo>
                  <a:pt x="0" y="0"/>
                </a:moveTo>
                <a:lnTo>
                  <a:pt x="1717072" y="0"/>
                </a:lnTo>
                <a:lnTo>
                  <a:pt x="1717072" y="1249144"/>
                </a:lnTo>
                <a:lnTo>
                  <a:pt x="0" y="1249144"/>
                </a:lnTo>
                <a:lnTo>
                  <a:pt x="0" y="0"/>
                </a:lnTo>
                <a:close/>
              </a:path>
            </a:pathLst>
          </a:custGeom>
          <a:blipFill>
            <a:blip r:embed="rId7"/>
            <a:stretch>
              <a:fillRect l="-15337" t="0" r="-15337" b="0"/>
            </a:stretch>
          </a:blipFill>
        </p:spPr>
      </p:sp>
      <p:sp>
        <p:nvSpPr>
          <p:cNvPr name="Freeform 7" id="7"/>
          <p:cNvSpPr/>
          <p:nvPr/>
        </p:nvSpPr>
        <p:spPr>
          <a:xfrm flipH="false" flipV="false" rot="0">
            <a:off x="13700392" y="3565721"/>
            <a:ext cx="1335610" cy="1001250"/>
          </a:xfrm>
          <a:custGeom>
            <a:avLst/>
            <a:gdLst/>
            <a:ahLst/>
            <a:cxnLst/>
            <a:rect r="r" b="b" t="t" l="l"/>
            <a:pathLst>
              <a:path h="1001250" w="1335610">
                <a:moveTo>
                  <a:pt x="0" y="0"/>
                </a:moveTo>
                <a:lnTo>
                  <a:pt x="1335610" y="0"/>
                </a:lnTo>
                <a:lnTo>
                  <a:pt x="1335610" y="1001250"/>
                </a:lnTo>
                <a:lnTo>
                  <a:pt x="0" y="1001250"/>
                </a:lnTo>
                <a:lnTo>
                  <a:pt x="0" y="0"/>
                </a:lnTo>
                <a:close/>
              </a:path>
            </a:pathLst>
          </a:custGeom>
          <a:blipFill>
            <a:blip r:embed="rId8"/>
            <a:stretch>
              <a:fillRect l="-14721" t="0" r="-7921" b="0"/>
            </a:stretch>
          </a:blipFill>
        </p:spPr>
      </p:sp>
      <p:sp>
        <p:nvSpPr>
          <p:cNvPr name="Freeform 8" id="8"/>
          <p:cNvSpPr/>
          <p:nvPr/>
        </p:nvSpPr>
        <p:spPr>
          <a:xfrm flipH="false" flipV="false" rot="0">
            <a:off x="12201256" y="3522193"/>
            <a:ext cx="1147860" cy="1044778"/>
          </a:xfrm>
          <a:custGeom>
            <a:avLst/>
            <a:gdLst/>
            <a:ahLst/>
            <a:cxnLst/>
            <a:rect r="r" b="b" t="t" l="l"/>
            <a:pathLst>
              <a:path h="1044778" w="1147860">
                <a:moveTo>
                  <a:pt x="0" y="0"/>
                </a:moveTo>
                <a:lnTo>
                  <a:pt x="1147860" y="0"/>
                </a:lnTo>
                <a:lnTo>
                  <a:pt x="1147860" y="1044778"/>
                </a:lnTo>
                <a:lnTo>
                  <a:pt x="0" y="1044778"/>
                </a:lnTo>
                <a:lnTo>
                  <a:pt x="0" y="0"/>
                </a:lnTo>
                <a:close/>
              </a:path>
            </a:pathLst>
          </a:custGeom>
          <a:blipFill>
            <a:blip r:embed="rId9"/>
            <a:stretch>
              <a:fillRect l="-1896" t="-14032" r="-1896" b="0"/>
            </a:stretch>
          </a:blipFill>
        </p:spPr>
      </p:sp>
      <p:sp>
        <p:nvSpPr>
          <p:cNvPr name="TextBox 9" id="9"/>
          <p:cNvSpPr txBox="true"/>
          <p:nvPr/>
        </p:nvSpPr>
        <p:spPr>
          <a:xfrm rot="0">
            <a:off x="7432594" y="604974"/>
            <a:ext cx="2984332"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Herramientas</a:t>
            </a:r>
          </a:p>
        </p:txBody>
      </p:sp>
      <p:sp>
        <p:nvSpPr>
          <p:cNvPr name="TextBox 10" id="10"/>
          <p:cNvSpPr txBox="true"/>
          <p:nvPr/>
        </p:nvSpPr>
        <p:spPr>
          <a:xfrm rot="0">
            <a:off x="724987" y="2319201"/>
            <a:ext cx="7086601" cy="481608"/>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Se utilizaron las herramientas tales como:</a:t>
            </a:r>
          </a:p>
        </p:txBody>
      </p:sp>
      <p:sp>
        <p:nvSpPr>
          <p:cNvPr name="TextBox 11" id="11"/>
          <p:cNvSpPr txBox="true"/>
          <p:nvPr/>
        </p:nvSpPr>
        <p:spPr>
          <a:xfrm rot="0">
            <a:off x="2159298" y="3247919"/>
            <a:ext cx="4921763" cy="4750106"/>
          </a:xfrm>
          <a:prstGeom prst="rect">
            <a:avLst/>
          </a:prstGeom>
        </p:spPr>
        <p:txBody>
          <a:bodyPr anchor="t" rtlCol="false" tIns="0" lIns="0" bIns="0" rIns="0">
            <a:spAutoFit/>
          </a:bodyPr>
          <a:lstStyle/>
          <a:p>
            <a:pPr algn="just">
              <a:lnSpc>
                <a:spcPts val="3559"/>
              </a:lnSpc>
            </a:pPr>
            <a:r>
              <a:rPr lang="en-US" b="true" sz="2772" spc="24">
                <a:solidFill>
                  <a:srgbClr val="000000"/>
                </a:solidFill>
                <a:latin typeface="TT Rounds Condensed Bold"/>
                <a:ea typeface="TT Rounds Condensed Bold"/>
                <a:cs typeface="TT Rounds Condensed Bold"/>
                <a:sym typeface="TT Rounds Condensed Bold"/>
              </a:rPr>
              <a:t>Descripción de las herramientas</a:t>
            </a:r>
          </a:p>
          <a:p>
            <a:pPr algn="just">
              <a:lnSpc>
                <a:spcPts val="3100"/>
              </a:lnSpc>
            </a:pPr>
          </a:p>
          <a:p>
            <a:pPr algn="just" marL="437002" indent="-218501" lvl="1">
              <a:lnSpc>
                <a:spcPts val="3100"/>
              </a:lnSpc>
              <a:buFont typeface="Arial"/>
              <a:buChar char="•"/>
            </a:pPr>
            <a:r>
              <a:rPr lang="en-US" sz="2414" spc="22">
                <a:solidFill>
                  <a:srgbClr val="000000"/>
                </a:solidFill>
                <a:latin typeface="Arial MT Pro"/>
                <a:ea typeface="Arial MT Pro"/>
                <a:cs typeface="Arial MT Pro"/>
                <a:sym typeface="Arial MT Pro"/>
              </a:rPr>
              <a:t>Html</a:t>
            </a:r>
          </a:p>
          <a:p>
            <a:pPr algn="just" marL="437002" indent="-218501" lvl="1">
              <a:lnSpc>
                <a:spcPts val="3100"/>
              </a:lnSpc>
              <a:buFont typeface="Arial"/>
              <a:buChar char="•"/>
            </a:pPr>
            <a:r>
              <a:rPr lang="en-US" sz="2414" spc="22">
                <a:solidFill>
                  <a:srgbClr val="000000"/>
                </a:solidFill>
                <a:latin typeface="Arial MT Pro"/>
                <a:ea typeface="Arial MT Pro"/>
                <a:cs typeface="Arial MT Pro"/>
                <a:sym typeface="Arial MT Pro"/>
              </a:rPr>
              <a:t>Css</a:t>
            </a:r>
          </a:p>
          <a:p>
            <a:pPr algn="just" marL="437002" indent="-218501" lvl="1">
              <a:lnSpc>
                <a:spcPts val="3100"/>
              </a:lnSpc>
              <a:buFont typeface="Arial"/>
              <a:buChar char="•"/>
            </a:pPr>
            <a:r>
              <a:rPr lang="en-US" sz="2414" spc="22">
                <a:solidFill>
                  <a:srgbClr val="000000"/>
                </a:solidFill>
                <a:latin typeface="Arial MT Pro"/>
                <a:ea typeface="Arial MT Pro"/>
                <a:cs typeface="Arial MT Pro"/>
                <a:sym typeface="Arial MT Pro"/>
              </a:rPr>
              <a:t>Python</a:t>
            </a:r>
          </a:p>
          <a:p>
            <a:pPr algn="just" marL="437002" indent="-218501" lvl="1">
              <a:lnSpc>
                <a:spcPts val="3100"/>
              </a:lnSpc>
              <a:buFont typeface="Arial"/>
              <a:buChar char="•"/>
            </a:pPr>
            <a:r>
              <a:rPr lang="en-US" sz="2414" spc="21">
                <a:solidFill>
                  <a:srgbClr val="000000"/>
                </a:solidFill>
                <a:latin typeface="Arial MT Pro"/>
                <a:ea typeface="Arial MT Pro"/>
                <a:cs typeface="Arial MT Pro"/>
                <a:sym typeface="Arial MT Pro"/>
              </a:rPr>
              <a:t>Excel </a:t>
            </a:r>
          </a:p>
          <a:p>
            <a:pPr algn="just" marL="437002" indent="-218501" lvl="1">
              <a:lnSpc>
                <a:spcPts val="3100"/>
              </a:lnSpc>
              <a:buFont typeface="Arial"/>
              <a:buChar char="•"/>
            </a:pPr>
            <a:r>
              <a:rPr lang="en-US" sz="2414" spc="22">
                <a:solidFill>
                  <a:srgbClr val="000000"/>
                </a:solidFill>
                <a:latin typeface="Arial MT Pro"/>
                <a:ea typeface="Arial MT Pro"/>
                <a:cs typeface="Arial MT Pro"/>
                <a:sym typeface="Arial MT Pro"/>
              </a:rPr>
              <a:t>Tailwind CSS</a:t>
            </a:r>
          </a:p>
          <a:p>
            <a:pPr algn="just">
              <a:lnSpc>
                <a:spcPts val="3100"/>
              </a:lnSpc>
            </a:pPr>
          </a:p>
          <a:p>
            <a:pPr algn="just">
              <a:lnSpc>
                <a:spcPts val="3100"/>
              </a:lnSpc>
            </a:pPr>
          </a:p>
          <a:p>
            <a:pPr algn="just" marL="437002" indent="-218501" lvl="1">
              <a:lnSpc>
                <a:spcPts val="3100"/>
              </a:lnSpc>
            </a:pPr>
            <a:r>
              <a:rPr lang="en-US" b="true" sz="2414" spc="22">
                <a:solidFill>
                  <a:srgbClr val="000000"/>
                </a:solidFill>
                <a:latin typeface="Arial MT Pro Bold"/>
                <a:ea typeface="Arial MT Pro Bold"/>
                <a:cs typeface="Arial MT Pro Bold"/>
                <a:sym typeface="Arial MT Pro Bold"/>
              </a:rPr>
              <a:t> </a:t>
            </a:r>
          </a:p>
          <a:p>
            <a:pPr algn="just" marL="437002" indent="-218501" lvl="1">
              <a:lnSpc>
                <a:spcPts val="3100"/>
              </a:lnSpc>
            </a:pPr>
            <a:r>
              <a:rPr lang="en-US" b="true" sz="2414" spc="22">
                <a:solidFill>
                  <a:srgbClr val="000000"/>
                </a:solidFill>
                <a:latin typeface="Arial MT Pro Bold"/>
                <a:ea typeface="Arial MT Pro Bold"/>
                <a:cs typeface="Arial MT Pro Bold"/>
                <a:sym typeface="Arial MT Pro Bold"/>
              </a:rPr>
              <a:t> </a:t>
            </a:r>
          </a:p>
          <a:p>
            <a:pPr algn="l" marL="437002" indent="-218501" lvl="1">
              <a:lnSpc>
                <a:spcPts val="2897"/>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91440" y="6654457"/>
            <a:ext cx="7480084"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Desarrollo del Proyecto</a:t>
            </a:r>
          </a:p>
        </p:txBody>
      </p:sp>
      <p:sp>
        <p:nvSpPr>
          <p:cNvPr name="Freeform 4" id="4" descr="El análisis de datos como una solución de negocios IoT - CIC"/>
          <p:cNvSpPr/>
          <p:nvPr/>
        </p:nvSpPr>
        <p:spPr>
          <a:xfrm flipH="false" flipV="false" rot="0">
            <a:off x="2273302" y="3574682"/>
            <a:ext cx="3529012" cy="2914650"/>
          </a:xfrm>
          <a:custGeom>
            <a:avLst/>
            <a:gdLst/>
            <a:ahLst/>
            <a:cxnLst/>
            <a:rect r="r" b="b" t="t" l="l"/>
            <a:pathLst>
              <a:path h="2914650" w="3529012">
                <a:moveTo>
                  <a:pt x="0" y="0"/>
                </a:moveTo>
                <a:lnTo>
                  <a:pt x="3529013" y="0"/>
                </a:lnTo>
                <a:lnTo>
                  <a:pt x="3529013" y="2914650"/>
                </a:lnTo>
                <a:lnTo>
                  <a:pt x="0" y="2914650"/>
                </a:lnTo>
                <a:lnTo>
                  <a:pt x="0" y="0"/>
                </a:lnTo>
                <a:close/>
              </a:path>
            </a:pathLst>
          </a:custGeom>
          <a:blipFill>
            <a:blip r:embed="rId3"/>
            <a:stretch>
              <a:fillRect l="0" t="0" r="0" b="0"/>
            </a:stretch>
          </a:blipFill>
        </p:spPr>
      </p:sp>
      <p:grpSp>
        <p:nvGrpSpPr>
          <p:cNvPr name="Group 5" id="5"/>
          <p:cNvGrpSpPr/>
          <p:nvPr/>
        </p:nvGrpSpPr>
        <p:grpSpPr>
          <a:xfrm rot="0">
            <a:off x="9244152" y="2289266"/>
            <a:ext cx="7691535" cy="2118631"/>
            <a:chOff x="0" y="0"/>
            <a:chExt cx="10255380" cy="2824842"/>
          </a:xfrm>
        </p:grpSpPr>
        <p:sp>
          <p:nvSpPr>
            <p:cNvPr name="Freeform 6" id="6"/>
            <p:cNvSpPr/>
            <p:nvPr/>
          </p:nvSpPr>
          <p:spPr>
            <a:xfrm flipH="false" flipV="false" rot="0">
              <a:off x="19050" y="19050"/>
              <a:ext cx="10217277" cy="2786761"/>
            </a:xfrm>
            <a:custGeom>
              <a:avLst/>
              <a:gdLst/>
              <a:ahLst/>
              <a:cxnLst/>
              <a:rect r="r" b="b" t="t" l="l"/>
              <a:pathLst>
                <a:path h="2786761" w="10217277">
                  <a:moveTo>
                    <a:pt x="0" y="0"/>
                  </a:moveTo>
                  <a:lnTo>
                    <a:pt x="10217277" y="0"/>
                  </a:lnTo>
                  <a:lnTo>
                    <a:pt x="10217277" y="2786761"/>
                  </a:lnTo>
                  <a:lnTo>
                    <a:pt x="0" y="2786761"/>
                  </a:lnTo>
                  <a:close/>
                </a:path>
              </a:pathLst>
            </a:custGeom>
            <a:solidFill>
              <a:srgbClr val="002060"/>
            </a:solidFill>
          </p:spPr>
        </p:sp>
        <p:sp>
          <p:nvSpPr>
            <p:cNvPr name="Freeform 7" id="7"/>
            <p:cNvSpPr/>
            <p:nvPr/>
          </p:nvSpPr>
          <p:spPr>
            <a:xfrm flipH="false" flipV="false" rot="0">
              <a:off x="0" y="0"/>
              <a:ext cx="10255377" cy="2824861"/>
            </a:xfrm>
            <a:custGeom>
              <a:avLst/>
              <a:gdLst/>
              <a:ahLst/>
              <a:cxnLst/>
              <a:rect r="r" b="b" t="t" l="l"/>
              <a:pathLst>
                <a:path h="2824861" w="10255377">
                  <a:moveTo>
                    <a:pt x="19050" y="0"/>
                  </a:moveTo>
                  <a:lnTo>
                    <a:pt x="10236327" y="0"/>
                  </a:lnTo>
                  <a:cubicBezTo>
                    <a:pt x="10246868" y="0"/>
                    <a:pt x="10255377" y="8509"/>
                    <a:pt x="10255377" y="19050"/>
                  </a:cubicBezTo>
                  <a:lnTo>
                    <a:pt x="10255377" y="2805811"/>
                  </a:lnTo>
                  <a:cubicBezTo>
                    <a:pt x="10255377" y="2816352"/>
                    <a:pt x="10246868" y="2824861"/>
                    <a:pt x="10236327" y="2824861"/>
                  </a:cubicBezTo>
                  <a:lnTo>
                    <a:pt x="19050" y="2824861"/>
                  </a:lnTo>
                  <a:cubicBezTo>
                    <a:pt x="8509" y="2824861"/>
                    <a:pt x="0" y="2816352"/>
                    <a:pt x="0" y="2805811"/>
                  </a:cubicBezTo>
                  <a:lnTo>
                    <a:pt x="0" y="19050"/>
                  </a:lnTo>
                  <a:cubicBezTo>
                    <a:pt x="0" y="8509"/>
                    <a:pt x="8509" y="0"/>
                    <a:pt x="19050" y="0"/>
                  </a:cubicBezTo>
                  <a:moveTo>
                    <a:pt x="19050" y="38100"/>
                  </a:moveTo>
                  <a:lnTo>
                    <a:pt x="19050" y="19050"/>
                  </a:lnTo>
                  <a:lnTo>
                    <a:pt x="38100" y="19050"/>
                  </a:lnTo>
                  <a:lnTo>
                    <a:pt x="38100" y="2805811"/>
                  </a:lnTo>
                  <a:lnTo>
                    <a:pt x="19050" y="2805811"/>
                  </a:lnTo>
                  <a:lnTo>
                    <a:pt x="19050" y="2786761"/>
                  </a:lnTo>
                  <a:lnTo>
                    <a:pt x="10236327" y="2786761"/>
                  </a:lnTo>
                  <a:lnTo>
                    <a:pt x="10236327" y="2805811"/>
                  </a:lnTo>
                  <a:lnTo>
                    <a:pt x="10217277" y="2805811"/>
                  </a:lnTo>
                  <a:lnTo>
                    <a:pt x="10217277" y="19050"/>
                  </a:lnTo>
                  <a:lnTo>
                    <a:pt x="10236327" y="19050"/>
                  </a:lnTo>
                  <a:lnTo>
                    <a:pt x="10236327" y="38100"/>
                  </a:lnTo>
                  <a:lnTo>
                    <a:pt x="19050" y="38100"/>
                  </a:lnTo>
                  <a:close/>
                </a:path>
              </a:pathLst>
            </a:custGeom>
            <a:solidFill>
              <a:srgbClr val="042433"/>
            </a:solidFill>
          </p:spPr>
        </p:sp>
        <p:sp>
          <p:nvSpPr>
            <p:cNvPr name="TextBox 8" id="8"/>
            <p:cNvSpPr txBox="true"/>
            <p:nvPr/>
          </p:nvSpPr>
          <p:spPr>
            <a:xfrm>
              <a:off x="0" y="-19050"/>
              <a:ext cx="10255380" cy="2843892"/>
            </a:xfrm>
            <a:prstGeom prst="rect">
              <a:avLst/>
            </a:prstGeom>
          </p:spPr>
          <p:txBody>
            <a:bodyPr anchor="ctr" rtlCol="false" tIns="50800" lIns="50800" bIns="50800" rIns="50800"/>
            <a:lstStyle/>
            <a:p>
              <a:pPr algn="ctr">
                <a:lnSpc>
                  <a:spcPts val="3240"/>
                </a:lnSpc>
              </a:pPr>
              <a:r>
                <a:rPr lang="en-US" sz="2700" b="true">
                  <a:solidFill>
                    <a:srgbClr val="FFFFFF"/>
                  </a:solidFill>
                  <a:latin typeface="Arimo Bold"/>
                  <a:ea typeface="Arimo Bold"/>
                  <a:cs typeface="Arimo Bold"/>
                  <a:sym typeface="Arimo Bold"/>
                </a:rPr>
                <a:t>Desarrollo del Sitio WEB </a:t>
              </a:r>
            </a:p>
            <a:p>
              <a:pPr algn="ctr">
                <a:lnSpc>
                  <a:spcPts val="3240"/>
                </a:lnSpc>
              </a:pPr>
              <a:r>
                <a:rPr lang="en-US" sz="2700" b="true">
                  <a:solidFill>
                    <a:srgbClr val="FFFFFF"/>
                  </a:solidFill>
                  <a:latin typeface="Arimo Bold"/>
                  <a:ea typeface="Arimo Bold"/>
                  <a:cs typeface="Arimo Bold"/>
                  <a:sym typeface="Arimo Bold"/>
                </a:rPr>
                <a:t>(Funcionalidades)</a:t>
              </a:r>
            </a:p>
            <a:p>
              <a:pPr algn="ctr">
                <a:lnSpc>
                  <a:spcPts val="3240"/>
                </a:lnSpc>
              </a:pPr>
              <a:r>
                <a:rPr lang="en-US" sz="2700" b="true">
                  <a:solidFill>
                    <a:srgbClr val="FFFFFF"/>
                  </a:solidFill>
                  <a:latin typeface="Arimo Bold"/>
                  <a:ea typeface="Arimo Bold"/>
                  <a:cs typeface="Arimo Bold"/>
                  <a:sym typeface="Arimo Bold"/>
                </a:rPr>
                <a:t> </a:t>
              </a:r>
            </a:p>
          </p:txBody>
        </p:sp>
      </p:grpSp>
      <p:grpSp>
        <p:nvGrpSpPr>
          <p:cNvPr name="Group 9" id="9"/>
          <p:cNvGrpSpPr/>
          <p:nvPr/>
        </p:nvGrpSpPr>
        <p:grpSpPr>
          <a:xfrm rot="0">
            <a:off x="9244152" y="5017719"/>
            <a:ext cx="7691538" cy="2118630"/>
            <a:chOff x="0" y="0"/>
            <a:chExt cx="10255384" cy="2824840"/>
          </a:xfrm>
        </p:grpSpPr>
        <p:sp>
          <p:nvSpPr>
            <p:cNvPr name="Freeform 10" id="10"/>
            <p:cNvSpPr/>
            <p:nvPr/>
          </p:nvSpPr>
          <p:spPr>
            <a:xfrm flipH="false" flipV="false" rot="0">
              <a:off x="19050" y="19050"/>
              <a:ext cx="10217277" cy="2786761"/>
            </a:xfrm>
            <a:custGeom>
              <a:avLst/>
              <a:gdLst/>
              <a:ahLst/>
              <a:cxnLst/>
              <a:rect r="r" b="b" t="t" l="l"/>
              <a:pathLst>
                <a:path h="2786761" w="10217277">
                  <a:moveTo>
                    <a:pt x="0" y="0"/>
                  </a:moveTo>
                  <a:lnTo>
                    <a:pt x="10217277" y="0"/>
                  </a:lnTo>
                  <a:lnTo>
                    <a:pt x="10217277" y="2786761"/>
                  </a:lnTo>
                  <a:lnTo>
                    <a:pt x="0" y="2786761"/>
                  </a:lnTo>
                  <a:close/>
                </a:path>
              </a:pathLst>
            </a:custGeom>
            <a:solidFill>
              <a:srgbClr val="002060"/>
            </a:solidFill>
          </p:spPr>
        </p:sp>
        <p:sp>
          <p:nvSpPr>
            <p:cNvPr name="Freeform 11" id="11"/>
            <p:cNvSpPr/>
            <p:nvPr/>
          </p:nvSpPr>
          <p:spPr>
            <a:xfrm flipH="false" flipV="false" rot="0">
              <a:off x="0" y="0"/>
              <a:ext cx="10255377" cy="2824861"/>
            </a:xfrm>
            <a:custGeom>
              <a:avLst/>
              <a:gdLst/>
              <a:ahLst/>
              <a:cxnLst/>
              <a:rect r="r" b="b" t="t" l="l"/>
              <a:pathLst>
                <a:path h="2824861" w="10255377">
                  <a:moveTo>
                    <a:pt x="19050" y="0"/>
                  </a:moveTo>
                  <a:lnTo>
                    <a:pt x="10236327" y="0"/>
                  </a:lnTo>
                  <a:cubicBezTo>
                    <a:pt x="10246868" y="0"/>
                    <a:pt x="10255377" y="8509"/>
                    <a:pt x="10255377" y="19050"/>
                  </a:cubicBezTo>
                  <a:lnTo>
                    <a:pt x="10255377" y="2805811"/>
                  </a:lnTo>
                  <a:cubicBezTo>
                    <a:pt x="10255377" y="2816352"/>
                    <a:pt x="10246868" y="2824861"/>
                    <a:pt x="10236327" y="2824861"/>
                  </a:cubicBezTo>
                  <a:lnTo>
                    <a:pt x="19050" y="2824861"/>
                  </a:lnTo>
                  <a:cubicBezTo>
                    <a:pt x="8509" y="2824861"/>
                    <a:pt x="0" y="2816352"/>
                    <a:pt x="0" y="2805811"/>
                  </a:cubicBezTo>
                  <a:lnTo>
                    <a:pt x="0" y="19050"/>
                  </a:lnTo>
                  <a:cubicBezTo>
                    <a:pt x="0" y="8509"/>
                    <a:pt x="8509" y="0"/>
                    <a:pt x="19050" y="0"/>
                  </a:cubicBezTo>
                  <a:moveTo>
                    <a:pt x="19050" y="38100"/>
                  </a:moveTo>
                  <a:lnTo>
                    <a:pt x="19050" y="19050"/>
                  </a:lnTo>
                  <a:lnTo>
                    <a:pt x="38100" y="19050"/>
                  </a:lnTo>
                  <a:lnTo>
                    <a:pt x="38100" y="2805811"/>
                  </a:lnTo>
                  <a:lnTo>
                    <a:pt x="19050" y="2805811"/>
                  </a:lnTo>
                  <a:lnTo>
                    <a:pt x="19050" y="2786761"/>
                  </a:lnTo>
                  <a:lnTo>
                    <a:pt x="10236327" y="2786761"/>
                  </a:lnTo>
                  <a:lnTo>
                    <a:pt x="10236327" y="2805811"/>
                  </a:lnTo>
                  <a:lnTo>
                    <a:pt x="10217277" y="2805811"/>
                  </a:lnTo>
                  <a:lnTo>
                    <a:pt x="10217277" y="19050"/>
                  </a:lnTo>
                  <a:lnTo>
                    <a:pt x="10236327" y="19050"/>
                  </a:lnTo>
                  <a:lnTo>
                    <a:pt x="10236327" y="38100"/>
                  </a:lnTo>
                  <a:lnTo>
                    <a:pt x="19050" y="38100"/>
                  </a:lnTo>
                  <a:close/>
                </a:path>
              </a:pathLst>
            </a:custGeom>
            <a:solidFill>
              <a:srgbClr val="042433"/>
            </a:solidFill>
          </p:spPr>
        </p:sp>
        <p:sp>
          <p:nvSpPr>
            <p:cNvPr name="TextBox 12" id="12"/>
            <p:cNvSpPr txBox="true"/>
            <p:nvPr/>
          </p:nvSpPr>
          <p:spPr>
            <a:xfrm>
              <a:off x="0" y="-19050"/>
              <a:ext cx="10255384" cy="2843890"/>
            </a:xfrm>
            <a:prstGeom prst="rect">
              <a:avLst/>
            </a:prstGeom>
          </p:spPr>
          <p:txBody>
            <a:bodyPr anchor="ctr" rtlCol="false" tIns="50800" lIns="50800" bIns="50800" rIns="50800"/>
            <a:lstStyle/>
            <a:p>
              <a:pPr algn="ctr">
                <a:lnSpc>
                  <a:spcPts val="3240"/>
                </a:lnSpc>
              </a:pPr>
              <a:r>
                <a:rPr lang="en-US" sz="2700" b="true">
                  <a:solidFill>
                    <a:srgbClr val="FFFFFF"/>
                  </a:solidFill>
                  <a:latin typeface="Arimo Bold"/>
                  <a:ea typeface="Arimo Bold"/>
                  <a:cs typeface="Arimo Bold"/>
                  <a:sym typeface="Arimo Bold"/>
                </a:rPr>
                <a:t>Proceso de Análisis de Datos</a:t>
              </a:r>
            </a:p>
            <a:p>
              <a:pPr algn="ctr">
                <a:lnSpc>
                  <a:spcPts val="3240"/>
                </a:lnSpc>
              </a:pPr>
            </a:p>
          </p:txBody>
        </p:sp>
      </p:grpSp>
      <p:grpSp>
        <p:nvGrpSpPr>
          <p:cNvPr name="Group 13" id="13"/>
          <p:cNvGrpSpPr/>
          <p:nvPr/>
        </p:nvGrpSpPr>
        <p:grpSpPr>
          <a:xfrm rot="0">
            <a:off x="9244150" y="7746891"/>
            <a:ext cx="7691537" cy="1988002"/>
            <a:chOff x="0" y="0"/>
            <a:chExt cx="10255382" cy="2650670"/>
          </a:xfrm>
        </p:grpSpPr>
        <p:sp>
          <p:nvSpPr>
            <p:cNvPr name="Freeform 14" id="14"/>
            <p:cNvSpPr/>
            <p:nvPr/>
          </p:nvSpPr>
          <p:spPr>
            <a:xfrm flipH="false" flipV="false" rot="0">
              <a:off x="19050" y="19050"/>
              <a:ext cx="10217277" cy="2612517"/>
            </a:xfrm>
            <a:custGeom>
              <a:avLst/>
              <a:gdLst/>
              <a:ahLst/>
              <a:cxnLst/>
              <a:rect r="r" b="b" t="t" l="l"/>
              <a:pathLst>
                <a:path h="2612517" w="10217277">
                  <a:moveTo>
                    <a:pt x="0" y="0"/>
                  </a:moveTo>
                  <a:lnTo>
                    <a:pt x="10217277" y="0"/>
                  </a:lnTo>
                  <a:lnTo>
                    <a:pt x="10217277" y="2612517"/>
                  </a:lnTo>
                  <a:lnTo>
                    <a:pt x="0" y="2612517"/>
                  </a:lnTo>
                  <a:close/>
                </a:path>
              </a:pathLst>
            </a:custGeom>
            <a:solidFill>
              <a:srgbClr val="002060"/>
            </a:solidFill>
          </p:spPr>
        </p:sp>
        <p:sp>
          <p:nvSpPr>
            <p:cNvPr name="Freeform 15" id="15"/>
            <p:cNvSpPr/>
            <p:nvPr/>
          </p:nvSpPr>
          <p:spPr>
            <a:xfrm flipH="false" flipV="false" rot="0">
              <a:off x="0" y="0"/>
              <a:ext cx="10255377" cy="2650617"/>
            </a:xfrm>
            <a:custGeom>
              <a:avLst/>
              <a:gdLst/>
              <a:ahLst/>
              <a:cxnLst/>
              <a:rect r="r" b="b" t="t" l="l"/>
              <a:pathLst>
                <a:path h="2650617" w="10255377">
                  <a:moveTo>
                    <a:pt x="19050" y="0"/>
                  </a:moveTo>
                  <a:lnTo>
                    <a:pt x="10236327" y="0"/>
                  </a:lnTo>
                  <a:cubicBezTo>
                    <a:pt x="10246868" y="0"/>
                    <a:pt x="10255377" y="8509"/>
                    <a:pt x="10255377" y="19050"/>
                  </a:cubicBezTo>
                  <a:lnTo>
                    <a:pt x="10255377" y="2631567"/>
                  </a:lnTo>
                  <a:cubicBezTo>
                    <a:pt x="10255377" y="2642108"/>
                    <a:pt x="10246868" y="2650617"/>
                    <a:pt x="10236327" y="2650617"/>
                  </a:cubicBezTo>
                  <a:lnTo>
                    <a:pt x="19050" y="2650617"/>
                  </a:lnTo>
                  <a:cubicBezTo>
                    <a:pt x="8509" y="2650617"/>
                    <a:pt x="0" y="2642108"/>
                    <a:pt x="0" y="2631567"/>
                  </a:cubicBezTo>
                  <a:lnTo>
                    <a:pt x="0" y="19050"/>
                  </a:lnTo>
                  <a:cubicBezTo>
                    <a:pt x="0" y="8509"/>
                    <a:pt x="8509" y="0"/>
                    <a:pt x="19050" y="0"/>
                  </a:cubicBezTo>
                  <a:moveTo>
                    <a:pt x="19050" y="38100"/>
                  </a:moveTo>
                  <a:lnTo>
                    <a:pt x="19050" y="19050"/>
                  </a:lnTo>
                  <a:lnTo>
                    <a:pt x="38100" y="19050"/>
                  </a:lnTo>
                  <a:lnTo>
                    <a:pt x="38100" y="2631567"/>
                  </a:lnTo>
                  <a:lnTo>
                    <a:pt x="19050" y="2631567"/>
                  </a:lnTo>
                  <a:lnTo>
                    <a:pt x="19050" y="2612517"/>
                  </a:lnTo>
                  <a:lnTo>
                    <a:pt x="10236327" y="2612517"/>
                  </a:lnTo>
                  <a:lnTo>
                    <a:pt x="10236327" y="2631567"/>
                  </a:lnTo>
                  <a:lnTo>
                    <a:pt x="10217277" y="2631567"/>
                  </a:lnTo>
                  <a:lnTo>
                    <a:pt x="10217277" y="19050"/>
                  </a:lnTo>
                  <a:lnTo>
                    <a:pt x="10236327" y="19050"/>
                  </a:lnTo>
                  <a:lnTo>
                    <a:pt x="10236327" y="38100"/>
                  </a:lnTo>
                  <a:lnTo>
                    <a:pt x="19050" y="38100"/>
                  </a:lnTo>
                  <a:close/>
                </a:path>
              </a:pathLst>
            </a:custGeom>
            <a:solidFill>
              <a:srgbClr val="042433"/>
            </a:solidFill>
          </p:spPr>
        </p:sp>
        <p:sp>
          <p:nvSpPr>
            <p:cNvPr name="TextBox 16" id="16"/>
            <p:cNvSpPr txBox="true"/>
            <p:nvPr/>
          </p:nvSpPr>
          <p:spPr>
            <a:xfrm>
              <a:off x="0" y="-19050"/>
              <a:ext cx="10255382" cy="2669720"/>
            </a:xfrm>
            <a:prstGeom prst="rect">
              <a:avLst/>
            </a:prstGeom>
          </p:spPr>
          <p:txBody>
            <a:bodyPr anchor="ctr" rtlCol="false" tIns="50800" lIns="50800" bIns="50800" rIns="50800"/>
            <a:lstStyle/>
            <a:p>
              <a:pPr algn="ctr">
                <a:lnSpc>
                  <a:spcPts val="3240"/>
                </a:lnSpc>
              </a:pPr>
              <a:r>
                <a:rPr lang="en-US" sz="2700" b="true">
                  <a:solidFill>
                    <a:srgbClr val="FFFFFF"/>
                  </a:solidFill>
                  <a:latin typeface="Arimo Bold"/>
                  <a:ea typeface="Arimo Bold"/>
                  <a:cs typeface="Arimo Bold"/>
                  <a:sym typeface="Arimo Bold"/>
                </a:rPr>
                <a:t>Integración en Sitio WEB</a:t>
              </a:r>
            </a:p>
          </p:txBody>
        </p:sp>
      </p:grpSp>
      <p:grpSp>
        <p:nvGrpSpPr>
          <p:cNvPr name="Group 17" id="17"/>
          <p:cNvGrpSpPr/>
          <p:nvPr/>
        </p:nvGrpSpPr>
        <p:grpSpPr>
          <a:xfrm rot="0">
            <a:off x="12462848" y="4379322"/>
            <a:ext cx="1016718" cy="666972"/>
            <a:chOff x="0" y="0"/>
            <a:chExt cx="1355624" cy="889296"/>
          </a:xfrm>
        </p:grpSpPr>
        <p:sp>
          <p:nvSpPr>
            <p:cNvPr name="Freeform 18" id="18"/>
            <p:cNvSpPr/>
            <p:nvPr/>
          </p:nvSpPr>
          <p:spPr>
            <a:xfrm flipH="false" flipV="false" rot="0">
              <a:off x="19050" y="19050"/>
              <a:ext cx="1317625" cy="851154"/>
            </a:xfrm>
            <a:custGeom>
              <a:avLst/>
              <a:gdLst/>
              <a:ahLst/>
              <a:cxnLst/>
              <a:rect r="r" b="b" t="t" l="l"/>
              <a:pathLst>
                <a:path h="851154" w="1317625">
                  <a:moveTo>
                    <a:pt x="0" y="425577"/>
                  </a:moveTo>
                  <a:lnTo>
                    <a:pt x="329438" y="425577"/>
                  </a:lnTo>
                  <a:lnTo>
                    <a:pt x="329438" y="0"/>
                  </a:lnTo>
                  <a:lnTo>
                    <a:pt x="988187" y="0"/>
                  </a:lnTo>
                  <a:lnTo>
                    <a:pt x="988187" y="425577"/>
                  </a:lnTo>
                  <a:lnTo>
                    <a:pt x="1317625" y="425577"/>
                  </a:lnTo>
                  <a:lnTo>
                    <a:pt x="658749" y="851154"/>
                  </a:lnTo>
                  <a:close/>
                </a:path>
              </a:pathLst>
            </a:custGeom>
            <a:solidFill>
              <a:srgbClr val="61CBF4"/>
            </a:solidFill>
          </p:spPr>
        </p:sp>
        <p:sp>
          <p:nvSpPr>
            <p:cNvPr name="Freeform 19" id="19"/>
            <p:cNvSpPr/>
            <p:nvPr/>
          </p:nvSpPr>
          <p:spPr>
            <a:xfrm flipH="false" flipV="false" rot="0">
              <a:off x="90" y="0"/>
              <a:ext cx="1355657" cy="889254"/>
            </a:xfrm>
            <a:custGeom>
              <a:avLst/>
              <a:gdLst/>
              <a:ahLst/>
              <a:cxnLst/>
              <a:rect r="r" b="b" t="t" l="l"/>
              <a:pathLst>
                <a:path h="889254" w="1355657">
                  <a:moveTo>
                    <a:pt x="18960" y="425577"/>
                  </a:moveTo>
                  <a:lnTo>
                    <a:pt x="348398" y="425577"/>
                  </a:lnTo>
                  <a:lnTo>
                    <a:pt x="348398" y="444627"/>
                  </a:lnTo>
                  <a:lnTo>
                    <a:pt x="329348" y="444627"/>
                  </a:lnTo>
                  <a:lnTo>
                    <a:pt x="329348" y="19050"/>
                  </a:lnTo>
                  <a:cubicBezTo>
                    <a:pt x="329348" y="8509"/>
                    <a:pt x="337857" y="0"/>
                    <a:pt x="348398" y="0"/>
                  </a:cubicBezTo>
                  <a:lnTo>
                    <a:pt x="1007147" y="0"/>
                  </a:lnTo>
                  <a:cubicBezTo>
                    <a:pt x="1017688" y="0"/>
                    <a:pt x="1026197" y="8509"/>
                    <a:pt x="1026197" y="19050"/>
                  </a:cubicBezTo>
                  <a:lnTo>
                    <a:pt x="1026197" y="444627"/>
                  </a:lnTo>
                  <a:lnTo>
                    <a:pt x="1007147" y="444627"/>
                  </a:lnTo>
                  <a:lnTo>
                    <a:pt x="1007147" y="425577"/>
                  </a:lnTo>
                  <a:lnTo>
                    <a:pt x="1336585" y="425577"/>
                  </a:lnTo>
                  <a:cubicBezTo>
                    <a:pt x="1344967" y="425577"/>
                    <a:pt x="1352460" y="431165"/>
                    <a:pt x="1354873" y="439293"/>
                  </a:cubicBezTo>
                  <a:cubicBezTo>
                    <a:pt x="1357286" y="447421"/>
                    <a:pt x="1353984" y="456057"/>
                    <a:pt x="1346999" y="460629"/>
                  </a:cubicBezTo>
                  <a:lnTo>
                    <a:pt x="688123" y="886206"/>
                  </a:lnTo>
                  <a:cubicBezTo>
                    <a:pt x="681773" y="890270"/>
                    <a:pt x="673772" y="890270"/>
                    <a:pt x="667422" y="886206"/>
                  </a:cubicBezTo>
                  <a:lnTo>
                    <a:pt x="8673" y="460629"/>
                  </a:lnTo>
                  <a:cubicBezTo>
                    <a:pt x="1561" y="456057"/>
                    <a:pt x="-1614" y="447294"/>
                    <a:pt x="799" y="439293"/>
                  </a:cubicBezTo>
                  <a:cubicBezTo>
                    <a:pt x="3212" y="431292"/>
                    <a:pt x="10578" y="425577"/>
                    <a:pt x="19087" y="425577"/>
                  </a:cubicBezTo>
                  <a:moveTo>
                    <a:pt x="19087" y="463677"/>
                  </a:moveTo>
                  <a:lnTo>
                    <a:pt x="19087" y="444627"/>
                  </a:lnTo>
                  <a:lnTo>
                    <a:pt x="29374" y="428625"/>
                  </a:lnTo>
                  <a:lnTo>
                    <a:pt x="688123" y="854202"/>
                  </a:lnTo>
                  <a:lnTo>
                    <a:pt x="677836" y="870204"/>
                  </a:lnTo>
                  <a:lnTo>
                    <a:pt x="667549" y="854202"/>
                  </a:lnTo>
                  <a:lnTo>
                    <a:pt x="1326298" y="428625"/>
                  </a:lnTo>
                  <a:lnTo>
                    <a:pt x="1336585" y="444627"/>
                  </a:lnTo>
                  <a:lnTo>
                    <a:pt x="1336585" y="463677"/>
                  </a:lnTo>
                  <a:lnTo>
                    <a:pt x="1007147" y="463677"/>
                  </a:lnTo>
                  <a:cubicBezTo>
                    <a:pt x="996606" y="463677"/>
                    <a:pt x="988097" y="455168"/>
                    <a:pt x="988097" y="444627"/>
                  </a:cubicBezTo>
                  <a:lnTo>
                    <a:pt x="988097" y="19050"/>
                  </a:lnTo>
                  <a:lnTo>
                    <a:pt x="1007147" y="19050"/>
                  </a:lnTo>
                  <a:lnTo>
                    <a:pt x="1007147" y="38100"/>
                  </a:lnTo>
                  <a:lnTo>
                    <a:pt x="348398" y="38100"/>
                  </a:lnTo>
                  <a:lnTo>
                    <a:pt x="348398" y="19050"/>
                  </a:lnTo>
                  <a:lnTo>
                    <a:pt x="367448" y="19050"/>
                  </a:lnTo>
                  <a:lnTo>
                    <a:pt x="367448" y="444627"/>
                  </a:lnTo>
                  <a:cubicBezTo>
                    <a:pt x="367448" y="455168"/>
                    <a:pt x="358939" y="463677"/>
                    <a:pt x="348398" y="463677"/>
                  </a:cubicBezTo>
                  <a:lnTo>
                    <a:pt x="18960" y="463677"/>
                  </a:lnTo>
                  <a:close/>
                </a:path>
              </a:pathLst>
            </a:custGeom>
            <a:solidFill>
              <a:srgbClr val="042433"/>
            </a:solidFill>
          </p:spPr>
        </p:sp>
      </p:grpSp>
      <p:grpSp>
        <p:nvGrpSpPr>
          <p:cNvPr name="Group 20" id="20"/>
          <p:cNvGrpSpPr/>
          <p:nvPr/>
        </p:nvGrpSpPr>
        <p:grpSpPr>
          <a:xfrm rot="0">
            <a:off x="12462848" y="7142704"/>
            <a:ext cx="1016718" cy="666972"/>
            <a:chOff x="0" y="0"/>
            <a:chExt cx="1355624" cy="889296"/>
          </a:xfrm>
        </p:grpSpPr>
        <p:sp>
          <p:nvSpPr>
            <p:cNvPr name="Freeform 21" id="21"/>
            <p:cNvSpPr/>
            <p:nvPr/>
          </p:nvSpPr>
          <p:spPr>
            <a:xfrm flipH="false" flipV="false" rot="0">
              <a:off x="19050" y="19050"/>
              <a:ext cx="1317625" cy="851154"/>
            </a:xfrm>
            <a:custGeom>
              <a:avLst/>
              <a:gdLst/>
              <a:ahLst/>
              <a:cxnLst/>
              <a:rect r="r" b="b" t="t" l="l"/>
              <a:pathLst>
                <a:path h="851154" w="1317625">
                  <a:moveTo>
                    <a:pt x="0" y="425577"/>
                  </a:moveTo>
                  <a:lnTo>
                    <a:pt x="329438" y="425577"/>
                  </a:lnTo>
                  <a:lnTo>
                    <a:pt x="329438" y="0"/>
                  </a:lnTo>
                  <a:lnTo>
                    <a:pt x="988187" y="0"/>
                  </a:lnTo>
                  <a:lnTo>
                    <a:pt x="988187" y="425577"/>
                  </a:lnTo>
                  <a:lnTo>
                    <a:pt x="1317625" y="425577"/>
                  </a:lnTo>
                  <a:lnTo>
                    <a:pt x="658749" y="851154"/>
                  </a:lnTo>
                  <a:close/>
                </a:path>
              </a:pathLst>
            </a:custGeom>
            <a:solidFill>
              <a:srgbClr val="61CBF4"/>
            </a:solidFill>
          </p:spPr>
        </p:sp>
        <p:sp>
          <p:nvSpPr>
            <p:cNvPr name="Freeform 22" id="22"/>
            <p:cNvSpPr/>
            <p:nvPr/>
          </p:nvSpPr>
          <p:spPr>
            <a:xfrm flipH="false" flipV="false" rot="0">
              <a:off x="90" y="0"/>
              <a:ext cx="1355657" cy="889254"/>
            </a:xfrm>
            <a:custGeom>
              <a:avLst/>
              <a:gdLst/>
              <a:ahLst/>
              <a:cxnLst/>
              <a:rect r="r" b="b" t="t" l="l"/>
              <a:pathLst>
                <a:path h="889254" w="1355657">
                  <a:moveTo>
                    <a:pt x="18960" y="425577"/>
                  </a:moveTo>
                  <a:lnTo>
                    <a:pt x="348398" y="425577"/>
                  </a:lnTo>
                  <a:lnTo>
                    <a:pt x="348398" y="444627"/>
                  </a:lnTo>
                  <a:lnTo>
                    <a:pt x="329348" y="444627"/>
                  </a:lnTo>
                  <a:lnTo>
                    <a:pt x="329348" y="19050"/>
                  </a:lnTo>
                  <a:cubicBezTo>
                    <a:pt x="329348" y="8509"/>
                    <a:pt x="337857" y="0"/>
                    <a:pt x="348398" y="0"/>
                  </a:cubicBezTo>
                  <a:lnTo>
                    <a:pt x="1007147" y="0"/>
                  </a:lnTo>
                  <a:cubicBezTo>
                    <a:pt x="1017688" y="0"/>
                    <a:pt x="1026197" y="8509"/>
                    <a:pt x="1026197" y="19050"/>
                  </a:cubicBezTo>
                  <a:lnTo>
                    <a:pt x="1026197" y="444627"/>
                  </a:lnTo>
                  <a:lnTo>
                    <a:pt x="1007147" y="444627"/>
                  </a:lnTo>
                  <a:lnTo>
                    <a:pt x="1007147" y="425577"/>
                  </a:lnTo>
                  <a:lnTo>
                    <a:pt x="1336585" y="425577"/>
                  </a:lnTo>
                  <a:cubicBezTo>
                    <a:pt x="1344967" y="425577"/>
                    <a:pt x="1352460" y="431165"/>
                    <a:pt x="1354873" y="439293"/>
                  </a:cubicBezTo>
                  <a:cubicBezTo>
                    <a:pt x="1357286" y="447421"/>
                    <a:pt x="1353984" y="456057"/>
                    <a:pt x="1346999" y="460629"/>
                  </a:cubicBezTo>
                  <a:lnTo>
                    <a:pt x="688123" y="886206"/>
                  </a:lnTo>
                  <a:cubicBezTo>
                    <a:pt x="681773" y="890270"/>
                    <a:pt x="673772" y="890270"/>
                    <a:pt x="667422" y="886206"/>
                  </a:cubicBezTo>
                  <a:lnTo>
                    <a:pt x="8673" y="460629"/>
                  </a:lnTo>
                  <a:cubicBezTo>
                    <a:pt x="1561" y="456057"/>
                    <a:pt x="-1614" y="447294"/>
                    <a:pt x="799" y="439293"/>
                  </a:cubicBezTo>
                  <a:cubicBezTo>
                    <a:pt x="3212" y="431292"/>
                    <a:pt x="10578" y="425577"/>
                    <a:pt x="19087" y="425577"/>
                  </a:cubicBezTo>
                  <a:moveTo>
                    <a:pt x="19087" y="463677"/>
                  </a:moveTo>
                  <a:lnTo>
                    <a:pt x="19087" y="444627"/>
                  </a:lnTo>
                  <a:lnTo>
                    <a:pt x="29374" y="428625"/>
                  </a:lnTo>
                  <a:lnTo>
                    <a:pt x="688123" y="854202"/>
                  </a:lnTo>
                  <a:lnTo>
                    <a:pt x="677836" y="870204"/>
                  </a:lnTo>
                  <a:lnTo>
                    <a:pt x="667549" y="854202"/>
                  </a:lnTo>
                  <a:lnTo>
                    <a:pt x="1326298" y="428625"/>
                  </a:lnTo>
                  <a:lnTo>
                    <a:pt x="1336585" y="444627"/>
                  </a:lnTo>
                  <a:lnTo>
                    <a:pt x="1336585" y="463677"/>
                  </a:lnTo>
                  <a:lnTo>
                    <a:pt x="1007147" y="463677"/>
                  </a:lnTo>
                  <a:cubicBezTo>
                    <a:pt x="996606" y="463677"/>
                    <a:pt x="988097" y="455168"/>
                    <a:pt x="988097" y="444627"/>
                  </a:cubicBezTo>
                  <a:lnTo>
                    <a:pt x="988097" y="19050"/>
                  </a:lnTo>
                  <a:lnTo>
                    <a:pt x="1007147" y="19050"/>
                  </a:lnTo>
                  <a:lnTo>
                    <a:pt x="1007147" y="38100"/>
                  </a:lnTo>
                  <a:lnTo>
                    <a:pt x="348398" y="38100"/>
                  </a:lnTo>
                  <a:lnTo>
                    <a:pt x="348398" y="19050"/>
                  </a:lnTo>
                  <a:lnTo>
                    <a:pt x="367448" y="19050"/>
                  </a:lnTo>
                  <a:lnTo>
                    <a:pt x="367448" y="444627"/>
                  </a:lnTo>
                  <a:cubicBezTo>
                    <a:pt x="367448" y="455168"/>
                    <a:pt x="358939" y="463677"/>
                    <a:pt x="348398" y="463677"/>
                  </a:cubicBezTo>
                  <a:lnTo>
                    <a:pt x="18960" y="463677"/>
                  </a:lnTo>
                  <a:close/>
                </a:path>
              </a:pathLst>
            </a:custGeom>
            <a:solidFill>
              <a:srgbClr val="042433"/>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5792757" y="6730631"/>
            <a:ext cx="5339785" cy="1737628"/>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Funcionalidades</a:t>
            </a:r>
          </a:p>
          <a:p>
            <a:pPr algn="ctr">
              <a:lnSpc>
                <a:spcPts val="6480"/>
              </a:lnSpc>
            </a:pPr>
            <a:r>
              <a:rPr lang="en-US" sz="5400" b="true">
                <a:solidFill>
                  <a:srgbClr val="50164A"/>
                </a:solidFill>
                <a:latin typeface="Arimo Bold"/>
                <a:ea typeface="Arimo Bold"/>
                <a:cs typeface="Arimo Bold"/>
                <a:sym typeface="Arimo Bold"/>
              </a:rPr>
              <a:t>Sitio WEB</a:t>
            </a:r>
          </a:p>
        </p:txBody>
      </p:sp>
      <p:sp>
        <p:nvSpPr>
          <p:cNvPr name="Freeform 4" id="4" descr="Qué es una Página Web y cuál es su función? | LANDOIS Blog"/>
          <p:cNvSpPr/>
          <p:nvPr/>
        </p:nvSpPr>
        <p:spPr>
          <a:xfrm flipH="false" flipV="false" rot="0">
            <a:off x="6215523" y="3879055"/>
            <a:ext cx="4057650" cy="2528888"/>
          </a:xfrm>
          <a:custGeom>
            <a:avLst/>
            <a:gdLst/>
            <a:ahLst/>
            <a:cxnLst/>
            <a:rect r="r" b="b" t="t" l="l"/>
            <a:pathLst>
              <a:path h="2528888" w="4057650">
                <a:moveTo>
                  <a:pt x="0" y="0"/>
                </a:moveTo>
                <a:lnTo>
                  <a:pt x="4057650" y="0"/>
                </a:lnTo>
                <a:lnTo>
                  <a:pt x="4057650" y="2528888"/>
                </a:lnTo>
                <a:lnTo>
                  <a:pt x="0" y="2528888"/>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7044687" y="604974"/>
            <a:ext cx="3590460" cy="1183631"/>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Funcionalidades</a:t>
            </a:r>
          </a:p>
          <a:p>
            <a:pPr algn="ctr">
              <a:lnSpc>
                <a:spcPts val="4320"/>
              </a:lnSpc>
            </a:pPr>
            <a:r>
              <a:rPr lang="en-US" sz="3600" b="true">
                <a:solidFill>
                  <a:srgbClr val="FFFFFF"/>
                </a:solidFill>
                <a:latin typeface="Arimo Bold"/>
                <a:ea typeface="Arimo Bold"/>
                <a:cs typeface="Arimo Bold"/>
                <a:sym typeface="Arimo Bold"/>
              </a:rPr>
              <a:t>Sitio WEB</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5693984" y="6730631"/>
            <a:ext cx="5537341" cy="1737628"/>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Proceso</a:t>
            </a:r>
          </a:p>
          <a:p>
            <a:pPr algn="ctr">
              <a:lnSpc>
                <a:spcPts val="6480"/>
              </a:lnSpc>
            </a:pPr>
            <a:r>
              <a:rPr lang="en-US" sz="5400" b="true">
                <a:solidFill>
                  <a:srgbClr val="50164A"/>
                </a:solidFill>
                <a:latin typeface="Arimo Bold"/>
                <a:ea typeface="Arimo Bold"/>
                <a:cs typeface="Arimo Bold"/>
                <a:sym typeface="Arimo Bold"/>
              </a:rPr>
              <a:t>Análisis de Datos</a:t>
            </a:r>
          </a:p>
        </p:txBody>
      </p:sp>
      <p:sp>
        <p:nvSpPr>
          <p:cNvPr name="Freeform 4" id="4" descr="Descubre Como Hacer Un Análisis De Datos (Guía Gratis)"/>
          <p:cNvSpPr/>
          <p:nvPr/>
        </p:nvSpPr>
        <p:spPr>
          <a:xfrm flipH="false" flipV="false" rot="0">
            <a:off x="6498122" y="4098873"/>
            <a:ext cx="3929062" cy="2614612"/>
          </a:xfrm>
          <a:custGeom>
            <a:avLst/>
            <a:gdLst/>
            <a:ahLst/>
            <a:cxnLst/>
            <a:rect r="r" b="b" t="t" l="l"/>
            <a:pathLst>
              <a:path h="2614612" w="3929062">
                <a:moveTo>
                  <a:pt x="0" y="0"/>
                </a:moveTo>
                <a:lnTo>
                  <a:pt x="3929062" y="0"/>
                </a:lnTo>
                <a:lnTo>
                  <a:pt x="3929062" y="2614612"/>
                </a:lnTo>
                <a:lnTo>
                  <a:pt x="0" y="2614612"/>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5764152" y="604974"/>
            <a:ext cx="6151546" cy="1183631"/>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Proceso de Análisis de Datos</a:t>
            </a:r>
          </a:p>
          <a:p>
            <a:pPr algn="ctr">
              <a:lnSpc>
                <a:spcPts val="4320"/>
              </a:lnSpc>
            </a:pPr>
            <a:r>
              <a:rPr lang="en-US" sz="3600" b="true">
                <a:solidFill>
                  <a:srgbClr val="FFFFFF"/>
                </a:solidFill>
                <a:latin typeface="Arimo Bold"/>
                <a:ea typeface="Arimo Bold"/>
                <a:cs typeface="Arimo Bold"/>
                <a:sym typeface="Arimo Bold"/>
              </a:rPr>
              <a:t>Fuente de Datos</a:t>
            </a:r>
          </a:p>
        </p:txBody>
      </p:sp>
      <p:sp>
        <p:nvSpPr>
          <p:cNvPr name="Freeform 4" id="4" descr="Fuente de datos - Iconos gratis de multimedia"/>
          <p:cNvSpPr/>
          <p:nvPr/>
        </p:nvSpPr>
        <p:spPr>
          <a:xfrm flipH="false" flipV="false" rot="0">
            <a:off x="132969" y="2208803"/>
            <a:ext cx="1415613" cy="1415613"/>
          </a:xfrm>
          <a:custGeom>
            <a:avLst/>
            <a:gdLst/>
            <a:ahLst/>
            <a:cxnLst/>
            <a:rect r="r" b="b" t="t" l="l"/>
            <a:pathLst>
              <a:path h="1415613" w="1415613">
                <a:moveTo>
                  <a:pt x="0" y="0"/>
                </a:moveTo>
                <a:lnTo>
                  <a:pt x="1415613" y="0"/>
                </a:lnTo>
                <a:lnTo>
                  <a:pt x="1415613" y="1415613"/>
                </a:lnTo>
                <a:lnTo>
                  <a:pt x="0" y="1415613"/>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5764152" y="604974"/>
            <a:ext cx="6151546" cy="1183631"/>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Proceso de Análisis de Datos</a:t>
            </a:r>
          </a:p>
          <a:p>
            <a:pPr algn="ctr">
              <a:lnSpc>
                <a:spcPts val="4320"/>
              </a:lnSpc>
            </a:pPr>
            <a:r>
              <a:rPr lang="en-US" sz="3600" b="true">
                <a:solidFill>
                  <a:srgbClr val="FFFFFF"/>
                </a:solidFill>
                <a:latin typeface="Arimo Bold"/>
                <a:ea typeface="Arimo Bold"/>
                <a:cs typeface="Arimo Bold"/>
                <a:sym typeface="Arimo Bold"/>
              </a:rPr>
              <a:t>Limpieza de Datos</a:t>
            </a:r>
          </a:p>
        </p:txBody>
      </p:sp>
      <p:sp>
        <p:nvSpPr>
          <p:cNvPr name="Freeform 4" id="4" descr="Limpieza de datos - Iconos gratis de computadora"/>
          <p:cNvSpPr/>
          <p:nvPr/>
        </p:nvSpPr>
        <p:spPr>
          <a:xfrm flipH="false" flipV="false" rot="0">
            <a:off x="250956" y="2061320"/>
            <a:ext cx="1282876" cy="1282876"/>
          </a:xfrm>
          <a:custGeom>
            <a:avLst/>
            <a:gdLst/>
            <a:ahLst/>
            <a:cxnLst/>
            <a:rect r="r" b="b" t="t" l="l"/>
            <a:pathLst>
              <a:path h="1282876" w="1282876">
                <a:moveTo>
                  <a:pt x="0" y="0"/>
                </a:moveTo>
                <a:lnTo>
                  <a:pt x="1282877" y="0"/>
                </a:lnTo>
                <a:lnTo>
                  <a:pt x="1282877" y="1282876"/>
                </a:lnTo>
                <a:lnTo>
                  <a:pt x="0" y="1282876"/>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5764152" y="604974"/>
            <a:ext cx="6151546" cy="1183631"/>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Proceso de Análisis de Datos</a:t>
            </a:r>
          </a:p>
          <a:p>
            <a:pPr algn="ctr">
              <a:lnSpc>
                <a:spcPts val="4320"/>
              </a:lnSpc>
            </a:pPr>
            <a:r>
              <a:rPr lang="en-US" sz="3600" b="true">
                <a:solidFill>
                  <a:srgbClr val="FFFFFF"/>
                </a:solidFill>
                <a:latin typeface="Arimo Bold"/>
                <a:ea typeface="Arimo Bold"/>
                <a:cs typeface="Arimo Bold"/>
                <a:sym typeface="Arimo Bold"/>
              </a:rPr>
              <a:t>Transformaciones - Visuales</a:t>
            </a:r>
          </a:p>
        </p:txBody>
      </p:sp>
      <p:sp>
        <p:nvSpPr>
          <p:cNvPr name="Freeform 4" id="4" descr="Tipos de gráficos y diagramas para la visualización de datos -  ingeniovirtual.com"/>
          <p:cNvSpPr/>
          <p:nvPr/>
        </p:nvSpPr>
        <p:spPr>
          <a:xfrm flipH="false" flipV="false" rot="0">
            <a:off x="187121" y="2026060"/>
            <a:ext cx="2225884" cy="1246496"/>
          </a:xfrm>
          <a:custGeom>
            <a:avLst/>
            <a:gdLst/>
            <a:ahLst/>
            <a:cxnLst/>
            <a:rect r="r" b="b" t="t" l="l"/>
            <a:pathLst>
              <a:path h="1246496" w="2225884">
                <a:moveTo>
                  <a:pt x="0" y="0"/>
                </a:moveTo>
                <a:lnTo>
                  <a:pt x="2225884" y="0"/>
                </a:lnTo>
                <a:lnTo>
                  <a:pt x="2225884" y="1246496"/>
                </a:lnTo>
                <a:lnTo>
                  <a:pt x="0" y="1246496"/>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5764152" y="604974"/>
            <a:ext cx="6151546" cy="1183631"/>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Proceso de Análisis de Datos</a:t>
            </a:r>
          </a:p>
          <a:p>
            <a:pPr algn="ctr">
              <a:lnSpc>
                <a:spcPts val="4320"/>
              </a:lnSpc>
            </a:pPr>
            <a:r>
              <a:rPr lang="en-US" sz="3600" b="true">
                <a:solidFill>
                  <a:srgbClr val="FFFFFF"/>
                </a:solidFill>
                <a:latin typeface="Arimo Bold"/>
                <a:ea typeface="Arimo Bold"/>
                <a:cs typeface="Arimo Bold"/>
                <a:sym typeface="Arimo Bold"/>
              </a:rPr>
              <a:t>Tableros</a:t>
            </a:r>
          </a:p>
        </p:txBody>
      </p:sp>
      <p:sp>
        <p:nvSpPr>
          <p:cNvPr name="Freeform 4" id="4" descr="Las herramientas de visualización de datos más populares | datos.gob.es"/>
          <p:cNvSpPr/>
          <p:nvPr/>
        </p:nvSpPr>
        <p:spPr>
          <a:xfrm flipH="false" flipV="false" rot="0">
            <a:off x="0" y="2017536"/>
            <a:ext cx="2214405" cy="1168116"/>
          </a:xfrm>
          <a:custGeom>
            <a:avLst/>
            <a:gdLst/>
            <a:ahLst/>
            <a:cxnLst/>
            <a:rect r="r" b="b" t="t" l="l"/>
            <a:pathLst>
              <a:path h="1168116" w="2214405">
                <a:moveTo>
                  <a:pt x="0" y="0"/>
                </a:moveTo>
                <a:lnTo>
                  <a:pt x="2214405" y="0"/>
                </a:lnTo>
                <a:lnTo>
                  <a:pt x="2214405" y="1168116"/>
                </a:lnTo>
                <a:lnTo>
                  <a:pt x="0" y="1168116"/>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TextBox 3" id="3"/>
          <p:cNvSpPr txBox="true"/>
          <p:nvPr/>
        </p:nvSpPr>
        <p:spPr>
          <a:xfrm rot="0">
            <a:off x="3709647" y="6907809"/>
            <a:ext cx="10868704" cy="906632"/>
          </a:xfrm>
          <a:prstGeom prst="rect">
            <a:avLst/>
          </a:prstGeom>
        </p:spPr>
        <p:txBody>
          <a:bodyPr anchor="t" rtlCol="false" tIns="0" lIns="0" bIns="0" rIns="0">
            <a:spAutoFit/>
          </a:bodyPr>
          <a:lstStyle/>
          <a:p>
            <a:pPr algn="ctr">
              <a:lnSpc>
                <a:spcPts val="6480"/>
              </a:lnSpc>
            </a:pPr>
            <a:r>
              <a:rPr lang="en-US" sz="5400" b="true">
                <a:solidFill>
                  <a:srgbClr val="50164A"/>
                </a:solidFill>
                <a:latin typeface="Arimo Bold"/>
                <a:ea typeface="Arimo Bold"/>
                <a:cs typeface="Arimo Bold"/>
                <a:sym typeface="Arimo Bold"/>
              </a:rPr>
              <a:t>Conclusiones - Recomendaciones</a:t>
            </a:r>
          </a:p>
        </p:txBody>
      </p:sp>
      <p:sp>
        <p:nvSpPr>
          <p:cNvPr name="Freeform 4" id="4" descr="Conclusión de un informe de prácticas: redacción y ejemplos"/>
          <p:cNvSpPr/>
          <p:nvPr/>
        </p:nvSpPr>
        <p:spPr>
          <a:xfrm flipH="false" flipV="false" rot="0">
            <a:off x="6898329" y="3947499"/>
            <a:ext cx="3871913" cy="2657475"/>
          </a:xfrm>
          <a:custGeom>
            <a:avLst/>
            <a:gdLst/>
            <a:ahLst/>
            <a:cxnLst/>
            <a:rect r="r" b="b" t="t" l="l"/>
            <a:pathLst>
              <a:path h="2657475" w="3871913">
                <a:moveTo>
                  <a:pt x="0" y="0"/>
                </a:moveTo>
                <a:lnTo>
                  <a:pt x="3871913" y="0"/>
                </a:lnTo>
                <a:lnTo>
                  <a:pt x="3871913" y="2657475"/>
                </a:lnTo>
                <a:lnTo>
                  <a:pt x="0" y="2657475"/>
                </a:lnTo>
                <a:lnTo>
                  <a:pt x="0" y="0"/>
                </a:lnTo>
                <a:close/>
              </a:path>
            </a:pathLst>
          </a:custGeom>
          <a:blipFill>
            <a:blip r:embed="rId3"/>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7340546" y="604974"/>
            <a:ext cx="2998759"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Conclusiones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3"/>
            <a:stretch>
              <a:fillRect l="-45" t="0" r="-45" b="0"/>
            </a:stretch>
          </a:blipFill>
        </p:spPr>
      </p:sp>
      <p:sp>
        <p:nvSpPr>
          <p:cNvPr name="TextBox 3" id="3"/>
          <p:cNvSpPr txBox="true"/>
          <p:nvPr/>
        </p:nvSpPr>
        <p:spPr>
          <a:xfrm rot="0">
            <a:off x="6827187" y="604974"/>
            <a:ext cx="4025484" cy="629633"/>
          </a:xfrm>
          <a:prstGeom prst="rect">
            <a:avLst/>
          </a:prstGeom>
        </p:spPr>
        <p:txBody>
          <a:bodyPr anchor="t" rtlCol="false" tIns="0" lIns="0" bIns="0" rIns="0">
            <a:spAutoFit/>
          </a:bodyPr>
          <a:lstStyle/>
          <a:p>
            <a:pPr algn="ctr">
              <a:lnSpc>
                <a:spcPts val="4320"/>
              </a:lnSpc>
            </a:pPr>
            <a:r>
              <a:rPr lang="en-US" sz="3600" b="true">
                <a:solidFill>
                  <a:srgbClr val="FFFFFF"/>
                </a:solidFill>
                <a:latin typeface="Arimo Bold"/>
                <a:ea typeface="Arimo Bold"/>
                <a:cs typeface="Arimo Bold"/>
                <a:sym typeface="Arimo Bold"/>
              </a:rPr>
              <a:t>Recomendaciones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510"/>
            <a:ext cx="18292467" cy="10284490"/>
          </a:xfrm>
          <a:custGeom>
            <a:avLst/>
            <a:gdLst/>
            <a:ahLst/>
            <a:cxnLst/>
            <a:rect r="r" b="b" t="t" l="l"/>
            <a:pathLst>
              <a:path h="10284490" w="18292467">
                <a:moveTo>
                  <a:pt x="0" y="0"/>
                </a:moveTo>
                <a:lnTo>
                  <a:pt x="18292467" y="0"/>
                </a:lnTo>
                <a:lnTo>
                  <a:pt x="18292467" y="10284490"/>
                </a:lnTo>
                <a:lnTo>
                  <a:pt x="0" y="10284490"/>
                </a:lnTo>
                <a:lnTo>
                  <a:pt x="0" y="0"/>
                </a:lnTo>
                <a:close/>
              </a:path>
            </a:pathLst>
          </a:custGeom>
          <a:blipFill>
            <a:blip r:embed="rId2"/>
            <a:stretch>
              <a:fillRect l="-45" t="0" r="-45" b="0"/>
            </a:stretch>
          </a:blipFill>
        </p:spPr>
      </p:sp>
      <p:sp>
        <p:nvSpPr>
          <p:cNvPr name="Freeform 3" id="3"/>
          <p:cNvSpPr/>
          <p:nvPr/>
        </p:nvSpPr>
        <p:spPr>
          <a:xfrm flipH="false" flipV="false" rot="0">
            <a:off x="0" y="0"/>
            <a:ext cx="18296930" cy="10287000"/>
          </a:xfrm>
          <a:custGeom>
            <a:avLst/>
            <a:gdLst/>
            <a:ahLst/>
            <a:cxnLst/>
            <a:rect r="r" b="b" t="t" l="l"/>
            <a:pathLst>
              <a:path h="10287000" w="18296930">
                <a:moveTo>
                  <a:pt x="0" y="0"/>
                </a:moveTo>
                <a:lnTo>
                  <a:pt x="18296930" y="0"/>
                </a:lnTo>
                <a:lnTo>
                  <a:pt x="18296930" y="10287000"/>
                </a:lnTo>
                <a:lnTo>
                  <a:pt x="0" y="10287000"/>
                </a:lnTo>
                <a:lnTo>
                  <a:pt x="0" y="0"/>
                </a:lnTo>
                <a:close/>
              </a:path>
            </a:pathLst>
          </a:custGeom>
          <a:blipFill>
            <a:blip r:embed="rId3"/>
            <a:stretch>
              <a:fillRect l="-45" t="0" r="-45"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DAGYkvzljzg</dc:identifier>
  <dcterms:modified xsi:type="dcterms:W3CDTF">2011-08-01T06:04:30Z</dcterms:modified>
  <cp:revision>1</cp:revision>
  <dc:title>PresentacionProyecto.pptx</dc:title>
</cp:coreProperties>
</file>